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1_3DD4B7F0.xml" ContentType="application/vnd.ms-powerpoint.comments+xml"/>
  <Override PartName="/ppt/comments/modernComment_102_338B4B08.xml" ContentType="application/vnd.ms-powerpoint.comments+xml"/>
  <Override PartName="/ppt/comments/modernComment_103_68D9A2EF.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5_10913122.xml" ContentType="application/vnd.ms-powerpoint.comments+xml"/>
  <Override PartName="/ppt/comments/modernComment_106_735810BA.xml" ContentType="application/vnd.ms-powerpoint.comments+xml"/>
  <Override PartName="/ppt/comments/modernComment_107_CC3E8A42.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08_FF9040E5.xml" ContentType="application/vnd.ms-powerpoint.comments+xml"/>
  <Override PartName="/ppt/comments/modernComment_109_BF598FDF.xml" ContentType="application/vnd.ms-powerpoint.comments+xml"/>
  <Override PartName="/ppt/comments/modernComment_10A_CA6150E4.xml" ContentType="application/vnd.ms-powerpoint.comments+xml"/>
  <Override PartName="/ppt/comments/modernComment_10B_8E12EE24.xml" ContentType="application/vnd.ms-powerpoint.comments+xml"/>
  <Override PartName="/ppt/comments/modernComment_111_1157AA67.xml" ContentType="application/vnd.ms-powerpoint.comments+xml"/>
  <Override PartName="/ppt/comments/modernComment_10E_ED53368E.xml" ContentType="application/vnd.ms-powerpoint.comments+xml"/>
  <Override PartName="/ppt/comments/modernComment_10F_2D5FBA18.xml" ContentType="application/vnd.ms-powerpoint.comments+xml"/>
  <Override PartName="/ppt/comments/modernComment_112_BDB5F77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7"/>
  </p:notesMasterIdLst>
  <p:sldIdLst>
    <p:sldId id="256" r:id="rId2"/>
    <p:sldId id="257" r:id="rId3"/>
    <p:sldId id="258" r:id="rId4"/>
    <p:sldId id="259" r:id="rId5"/>
    <p:sldId id="261" r:id="rId6"/>
    <p:sldId id="262" r:id="rId7"/>
    <p:sldId id="263" r:id="rId8"/>
    <p:sldId id="264" r:id="rId9"/>
    <p:sldId id="265" r:id="rId10"/>
    <p:sldId id="266" r:id="rId11"/>
    <p:sldId id="267" r:id="rId12"/>
    <p:sldId id="273" r:id="rId13"/>
    <p:sldId id="270" r:id="rId14"/>
    <p:sldId id="271"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BE8B39-7132-CE9A-62D4-9E73BB996D49}" name="Gislaine Paula Ferraz Azevedo" initials="GF" userId="841b49d28ead962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073310-5094-44C9-99EC-8A15B2A9967C}" v="76" dt="2026-04-28T03:47:51.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13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slaine Paula Ferraz Azevedo" userId="841b49d28ead9623" providerId="LiveId" clId="{BD91FA56-C5F4-417A-B833-41985602FEED}"/>
    <pc:docChg chg="undo custSel addSld delSld modSld sldOrd">
      <pc:chgData name="Gislaine Paula Ferraz Azevedo" userId="841b49d28ead9623" providerId="LiveId" clId="{BD91FA56-C5F4-417A-B833-41985602FEED}" dt="2026-04-28T03:51:19.564" v="857" actId="27636"/>
      <pc:docMkLst>
        <pc:docMk/>
      </pc:docMkLst>
      <pc:sldChg chg="addSp delSp modSp mod">
        <pc:chgData name="Gislaine Paula Ferraz Azevedo" userId="841b49d28ead9623" providerId="LiveId" clId="{BD91FA56-C5F4-417A-B833-41985602FEED}" dt="2026-04-28T03:51:19.564" v="857" actId="27636"/>
        <pc:sldMkLst>
          <pc:docMk/>
          <pc:sldMk cId="1604047957" sldId="256"/>
        </pc:sldMkLst>
        <pc:spChg chg="mod">
          <ac:chgData name="Gislaine Paula Ferraz Azevedo" userId="841b49d28ead9623" providerId="LiveId" clId="{BD91FA56-C5F4-417A-B833-41985602FEED}" dt="2026-04-28T03:38:22.169" v="745" actId="1076"/>
          <ac:spMkLst>
            <pc:docMk/>
            <pc:sldMk cId="1604047957" sldId="256"/>
            <ac:spMk id="2" creationId="{B377BDE7-EFD1-65B4-867A-A92D1F75D7CB}"/>
          </ac:spMkLst>
        </pc:spChg>
        <pc:spChg chg="mod">
          <ac:chgData name="Gislaine Paula Ferraz Azevedo" userId="841b49d28ead9623" providerId="LiveId" clId="{BD91FA56-C5F4-417A-B833-41985602FEED}" dt="2026-04-28T03:51:19.564" v="857" actId="27636"/>
          <ac:spMkLst>
            <pc:docMk/>
            <pc:sldMk cId="1604047957" sldId="256"/>
            <ac:spMk id="3" creationId="{52F315AA-8FC1-25A5-AF27-B7BAE5BFB8F6}"/>
          </ac:spMkLst>
        </pc:spChg>
        <pc:spChg chg="add mod">
          <ac:chgData name="Gislaine Paula Ferraz Azevedo" userId="841b49d28ead9623" providerId="LiveId" clId="{BD91FA56-C5F4-417A-B833-41985602FEED}" dt="2026-04-28T03:40:45.289" v="779" actId="1076"/>
          <ac:spMkLst>
            <pc:docMk/>
            <pc:sldMk cId="1604047957" sldId="256"/>
            <ac:spMk id="6" creationId="{FAA5FF29-58B6-36D2-1DC4-1E7076031179}"/>
          </ac:spMkLst>
        </pc:spChg>
      </pc:sldChg>
      <pc:sldChg chg="delSp modSp mod delDesignElem">
        <pc:chgData name="Gislaine Paula Ferraz Azevedo" userId="841b49d28ead9623" providerId="LiveId" clId="{BD91FA56-C5F4-417A-B833-41985602FEED}" dt="2026-04-28T03:33:45.674" v="669" actId="27636"/>
        <pc:sldMkLst>
          <pc:docMk/>
          <pc:sldMk cId="1037350896" sldId="257"/>
        </pc:sldMkLst>
        <pc:spChg chg="mod">
          <ac:chgData name="Gislaine Paula Ferraz Azevedo" userId="841b49d28ead9623" providerId="LiveId" clId="{BD91FA56-C5F4-417A-B833-41985602FEED}" dt="2026-04-28T03:33:45.674" v="669" actId="27636"/>
          <ac:spMkLst>
            <pc:docMk/>
            <pc:sldMk cId="1037350896" sldId="257"/>
            <ac:spMk id="3" creationId="{8170FD85-78A1-1D3D-01FD-8189B133AC34}"/>
          </ac:spMkLst>
        </pc:spChg>
      </pc:sldChg>
      <pc:sldChg chg="delSp modSp mod delDesignElem">
        <pc:chgData name="Gislaine Paula Ferraz Azevedo" userId="841b49d28ead9623" providerId="LiveId" clId="{BD91FA56-C5F4-417A-B833-41985602FEED}" dt="2026-04-28T03:41:02.071" v="781" actId="1076"/>
        <pc:sldMkLst>
          <pc:docMk/>
          <pc:sldMk cId="864766728" sldId="258"/>
        </pc:sldMkLst>
        <pc:spChg chg="mod">
          <ac:chgData name="Gislaine Paula Ferraz Azevedo" userId="841b49d28ead9623" providerId="LiveId" clId="{BD91FA56-C5F4-417A-B833-41985602FEED}" dt="2026-04-28T03:41:02.071" v="781" actId="1076"/>
          <ac:spMkLst>
            <pc:docMk/>
            <pc:sldMk cId="864766728" sldId="258"/>
            <ac:spMk id="3" creationId="{9F54586E-6489-BD81-825C-0C8FB254630C}"/>
          </ac:spMkLst>
        </pc:spChg>
      </pc:sldChg>
      <pc:sldChg chg="delSp modSp mod delDesignElem">
        <pc:chgData name="Gislaine Paula Ferraz Azevedo" userId="841b49d28ead9623" providerId="LiveId" clId="{BD91FA56-C5F4-417A-B833-41985602FEED}" dt="2026-04-28T03:41:34.964" v="790" actId="1076"/>
        <pc:sldMkLst>
          <pc:docMk/>
          <pc:sldMk cId="1759093487" sldId="259"/>
        </pc:sldMkLst>
        <pc:spChg chg="mod">
          <ac:chgData name="Gislaine Paula Ferraz Azevedo" userId="841b49d28ead9623" providerId="LiveId" clId="{BD91FA56-C5F4-417A-B833-41985602FEED}" dt="2026-04-28T03:41:06.996" v="782" actId="1076"/>
          <ac:spMkLst>
            <pc:docMk/>
            <pc:sldMk cId="1759093487" sldId="259"/>
            <ac:spMk id="2" creationId="{B35D822E-00AA-7092-6E80-E6554B69C46E}"/>
          </ac:spMkLst>
        </pc:spChg>
        <pc:graphicFrameChg chg="mod">
          <ac:chgData name="Gislaine Paula Ferraz Azevedo" userId="841b49d28ead9623" providerId="LiveId" clId="{BD91FA56-C5F4-417A-B833-41985602FEED}" dt="2026-04-28T03:41:34.964" v="790" actId="1076"/>
          <ac:graphicFrameMkLst>
            <pc:docMk/>
            <pc:sldMk cId="1759093487" sldId="259"/>
            <ac:graphicFrameMk id="5" creationId="{E77781C3-E727-445F-53B6-688E7C1A3887}"/>
          </ac:graphicFrameMkLst>
        </pc:graphicFrameChg>
      </pc:sldChg>
      <pc:sldChg chg="addSp delSp modSp new mod setBg setClrOvrMap delDesignElem">
        <pc:chgData name="Gislaine Paula Ferraz Azevedo" userId="841b49d28ead9623" providerId="LiveId" clId="{BD91FA56-C5F4-417A-B833-41985602FEED}" dt="2026-04-28T03:41:52" v="791" actId="1076"/>
        <pc:sldMkLst>
          <pc:docMk/>
          <pc:sldMk cId="277950754" sldId="261"/>
        </pc:sldMkLst>
        <pc:spChg chg="mod">
          <ac:chgData name="Gislaine Paula Ferraz Azevedo" userId="841b49d28ead9623" providerId="LiveId" clId="{BD91FA56-C5F4-417A-B833-41985602FEED}" dt="2026-04-28T03:41:34.594" v="789" actId="26606"/>
          <ac:spMkLst>
            <pc:docMk/>
            <pc:sldMk cId="277950754" sldId="261"/>
            <ac:spMk id="2" creationId="{3CEF36EB-25C2-2C1B-F81A-C8DD0CB2BB2C}"/>
          </ac:spMkLst>
        </pc:spChg>
        <pc:spChg chg="mod ord">
          <ac:chgData name="Gislaine Paula Ferraz Azevedo" userId="841b49d28ead9623" providerId="LiveId" clId="{BD91FA56-C5F4-417A-B833-41985602FEED}" dt="2026-04-28T03:41:34.594" v="789" actId="26606"/>
          <ac:spMkLst>
            <pc:docMk/>
            <pc:sldMk cId="277950754" sldId="261"/>
            <ac:spMk id="3" creationId="{217C847E-7DA3-00BD-CBC2-8AA72AF26C68}"/>
          </ac:spMkLst>
        </pc:spChg>
        <pc:picChg chg="add mod ord">
          <ac:chgData name="Gislaine Paula Ferraz Azevedo" userId="841b49d28ead9623" providerId="LiveId" clId="{BD91FA56-C5F4-417A-B833-41985602FEED}" dt="2026-04-28T03:41:52" v="791" actId="1076"/>
          <ac:picMkLst>
            <pc:docMk/>
            <pc:sldMk cId="277950754" sldId="261"/>
            <ac:picMk id="4" creationId="{5CDC598A-575F-5CFD-2FC6-87984BF12697}"/>
          </ac:picMkLst>
        </pc:picChg>
      </pc:sldChg>
      <pc:sldChg chg="addSp delSp modSp new mod setBg delDesignElem">
        <pc:chgData name="Gislaine Paula Ferraz Azevedo" userId="841b49d28ead9623" providerId="LiveId" clId="{BD91FA56-C5F4-417A-B833-41985602FEED}" dt="2026-04-28T03:33:43.355" v="660"/>
        <pc:sldMkLst>
          <pc:docMk/>
          <pc:sldMk cId="1935151290" sldId="262"/>
        </pc:sldMkLst>
        <pc:spChg chg="mod">
          <ac:chgData name="Gislaine Paula Ferraz Azevedo" userId="841b49d28ead9623" providerId="LiveId" clId="{BD91FA56-C5F4-417A-B833-41985602FEED}" dt="2026-04-28T01:43:39.556" v="59" actId="26606"/>
          <ac:spMkLst>
            <pc:docMk/>
            <pc:sldMk cId="1935151290" sldId="262"/>
            <ac:spMk id="2" creationId="{4A8AFE0C-EC7B-CFAB-340A-87A724743874}"/>
          </ac:spMkLst>
        </pc:spChg>
        <pc:spChg chg="mod ord">
          <ac:chgData name="Gislaine Paula Ferraz Azevedo" userId="841b49d28ead9623" providerId="LiveId" clId="{BD91FA56-C5F4-417A-B833-41985602FEED}" dt="2026-04-28T01:43:39.556" v="59" actId="26606"/>
          <ac:spMkLst>
            <pc:docMk/>
            <pc:sldMk cId="1935151290" sldId="262"/>
            <ac:spMk id="3" creationId="{4F8FA3A7-F686-E4BC-FF58-1743EA389AC8}"/>
          </ac:spMkLst>
        </pc:spChg>
        <pc:picChg chg="add mod">
          <ac:chgData name="Gislaine Paula Ferraz Azevedo" userId="841b49d28ead9623" providerId="LiveId" clId="{BD91FA56-C5F4-417A-B833-41985602FEED}" dt="2026-04-28T01:43:43.953" v="60" actId="14100"/>
          <ac:picMkLst>
            <pc:docMk/>
            <pc:sldMk cId="1935151290" sldId="262"/>
            <ac:picMk id="5" creationId="{B7331038-CEA0-5FF3-47DA-7D76826F090F}"/>
          </ac:picMkLst>
        </pc:picChg>
      </pc:sldChg>
      <pc:sldChg chg="addSp delSp modSp new mod setBg delDesignElem">
        <pc:chgData name="Gislaine Paula Ferraz Azevedo" userId="841b49d28ead9623" providerId="LiveId" clId="{BD91FA56-C5F4-417A-B833-41985602FEED}" dt="2026-04-28T03:42:34.357" v="798" actId="207"/>
        <pc:sldMkLst>
          <pc:docMk/>
          <pc:sldMk cId="3426650690" sldId="263"/>
        </pc:sldMkLst>
        <pc:spChg chg="mod">
          <ac:chgData name="Gislaine Paula Ferraz Azevedo" userId="841b49d28ead9623" providerId="LiveId" clId="{BD91FA56-C5F4-417A-B833-41985602FEED}" dt="2026-04-28T03:42:07.108" v="794" actId="26606"/>
          <ac:spMkLst>
            <pc:docMk/>
            <pc:sldMk cId="3426650690" sldId="263"/>
            <ac:spMk id="2" creationId="{48390A7C-833F-914C-0AC2-77A878B40176}"/>
          </ac:spMkLst>
        </pc:spChg>
        <pc:graphicFrameChg chg="add mod modGraphic">
          <ac:chgData name="Gislaine Paula Ferraz Azevedo" userId="841b49d28ead9623" providerId="LiveId" clId="{BD91FA56-C5F4-417A-B833-41985602FEED}" dt="2026-04-28T03:42:34.357" v="798" actId="207"/>
          <ac:graphicFrameMkLst>
            <pc:docMk/>
            <pc:sldMk cId="3426650690" sldId="263"/>
            <ac:graphicFrameMk id="5" creationId="{C3A3D84A-AF09-4163-1B8F-4D89F84B9E31}"/>
          </ac:graphicFrameMkLst>
        </pc:graphicFrameChg>
      </pc:sldChg>
      <pc:sldChg chg="addSp delSp modSp new mod setBg delDesignElem">
        <pc:chgData name="Gislaine Paula Ferraz Azevedo" userId="841b49d28ead9623" providerId="LiveId" clId="{BD91FA56-C5F4-417A-B833-41985602FEED}" dt="2026-04-28T03:43:47.753" v="811" actId="26606"/>
        <pc:sldMkLst>
          <pc:docMk/>
          <pc:sldMk cId="4287643877" sldId="264"/>
        </pc:sldMkLst>
        <pc:spChg chg="mod">
          <ac:chgData name="Gislaine Paula Ferraz Azevedo" userId="841b49d28ead9623" providerId="LiveId" clId="{BD91FA56-C5F4-417A-B833-41985602FEED}" dt="2026-04-28T03:43:47.753" v="811" actId="26606"/>
          <ac:spMkLst>
            <pc:docMk/>
            <pc:sldMk cId="4287643877" sldId="264"/>
            <ac:spMk id="2" creationId="{EFA8E308-BD20-8B04-902C-4D44245FB3DE}"/>
          </ac:spMkLst>
        </pc:spChg>
        <pc:spChg chg="add">
          <ac:chgData name="Gislaine Paula Ferraz Azevedo" userId="841b49d28ead9623" providerId="LiveId" clId="{BD91FA56-C5F4-417A-B833-41985602FEED}" dt="2026-04-28T03:43:47.753" v="811" actId="26606"/>
          <ac:spMkLst>
            <pc:docMk/>
            <pc:sldMk cId="4287643877" sldId="264"/>
            <ac:spMk id="6" creationId="{9F4444CE-BC8D-4D61-B303-4C05614E62AB}"/>
          </ac:spMkLst>
        </pc:spChg>
        <pc:spChg chg="add">
          <ac:chgData name="Gislaine Paula Ferraz Azevedo" userId="841b49d28ead9623" providerId="LiveId" clId="{BD91FA56-C5F4-417A-B833-41985602FEED}" dt="2026-04-28T03:43:47.753" v="811" actId="26606"/>
          <ac:spMkLst>
            <pc:docMk/>
            <pc:sldMk cId="4287643877" sldId="264"/>
            <ac:spMk id="7" creationId="{73772B81-181F-48B7-8826-4D9686D15DF5}"/>
          </ac:spMkLst>
        </pc:spChg>
        <pc:spChg chg="add">
          <ac:chgData name="Gislaine Paula Ferraz Azevedo" userId="841b49d28ead9623" providerId="LiveId" clId="{BD91FA56-C5F4-417A-B833-41985602FEED}" dt="2026-04-28T03:43:47.753" v="811" actId="26606"/>
          <ac:spMkLst>
            <pc:docMk/>
            <pc:sldMk cId="4287643877" sldId="264"/>
            <ac:spMk id="13" creationId="{B2205F6E-03C6-4E92-877C-E2482F6599AA}"/>
          </ac:spMkLst>
        </pc:spChg>
        <pc:graphicFrameChg chg="add mod modGraphic">
          <ac:chgData name="Gislaine Paula Ferraz Azevedo" userId="841b49d28ead9623" providerId="LiveId" clId="{BD91FA56-C5F4-417A-B833-41985602FEED}" dt="2026-04-28T03:43:47.753" v="811" actId="26606"/>
          <ac:graphicFrameMkLst>
            <pc:docMk/>
            <pc:sldMk cId="4287643877" sldId="264"/>
            <ac:graphicFrameMk id="4" creationId="{0CDEAD18-2FB8-9C2C-9F25-BD6D5A7976E8}"/>
          </ac:graphicFrameMkLst>
        </pc:graphicFrameChg>
      </pc:sldChg>
      <pc:sldChg chg="addSp delSp modSp new mod setBg delDesignElem">
        <pc:chgData name="Gislaine Paula Ferraz Azevedo" userId="841b49d28ead9623" providerId="LiveId" clId="{BD91FA56-C5F4-417A-B833-41985602FEED}" dt="2026-04-28T03:43:58.744" v="812" actId="1076"/>
        <pc:sldMkLst>
          <pc:docMk/>
          <pc:sldMk cId="3210317791" sldId="265"/>
        </pc:sldMkLst>
        <pc:spChg chg="mod">
          <ac:chgData name="Gislaine Paula Ferraz Azevedo" userId="841b49d28ead9623" providerId="LiveId" clId="{BD91FA56-C5F4-417A-B833-41985602FEED}" dt="2026-04-28T02:00:54.981" v="115" actId="26606"/>
          <ac:spMkLst>
            <pc:docMk/>
            <pc:sldMk cId="3210317791" sldId="265"/>
            <ac:spMk id="2" creationId="{1507AD55-E8C7-FA18-ECA8-25BBB1FB7AB2}"/>
          </ac:spMkLst>
        </pc:spChg>
        <pc:spChg chg="add mod">
          <ac:chgData name="Gislaine Paula Ferraz Azevedo" userId="841b49d28ead9623" providerId="LiveId" clId="{BD91FA56-C5F4-417A-B833-41985602FEED}" dt="2026-04-28T02:01:10.397" v="118" actId="255"/>
          <ac:spMkLst>
            <pc:docMk/>
            <pc:sldMk cId="3210317791" sldId="265"/>
            <ac:spMk id="4" creationId="{8AD7322C-E164-23BA-FD82-C4EC8866FF3E}"/>
          </ac:spMkLst>
        </pc:spChg>
        <pc:picChg chg="add mod">
          <ac:chgData name="Gislaine Paula Ferraz Azevedo" userId="841b49d28ead9623" providerId="LiveId" clId="{BD91FA56-C5F4-417A-B833-41985602FEED}" dt="2026-04-28T03:43:58.744" v="812" actId="1076"/>
          <ac:picMkLst>
            <pc:docMk/>
            <pc:sldMk cId="3210317791" sldId="265"/>
            <ac:picMk id="8" creationId="{471B7EC1-7290-2D11-E519-3E2FEBA78D3A}"/>
          </ac:picMkLst>
        </pc:picChg>
      </pc:sldChg>
      <pc:sldChg chg="addSp delSp modSp new mod setBg delDesignElem">
        <pc:chgData name="Gislaine Paula Ferraz Azevedo" userId="841b49d28ead9623" providerId="LiveId" clId="{BD91FA56-C5F4-417A-B833-41985602FEED}" dt="2026-04-28T03:35:20.219" v="690" actId="27636"/>
        <pc:sldMkLst>
          <pc:docMk/>
          <pc:sldMk cId="3395375332" sldId="266"/>
        </pc:sldMkLst>
        <pc:spChg chg="mod">
          <ac:chgData name="Gislaine Paula Ferraz Azevedo" userId="841b49d28ead9623" providerId="LiveId" clId="{BD91FA56-C5F4-417A-B833-41985602FEED}" dt="2026-04-28T03:35:20.202" v="689" actId="27636"/>
          <ac:spMkLst>
            <pc:docMk/>
            <pc:sldMk cId="3395375332" sldId="266"/>
            <ac:spMk id="2" creationId="{F006F37A-5653-D34A-8694-18F8E4AB5135}"/>
          </ac:spMkLst>
        </pc:spChg>
        <pc:spChg chg="mod">
          <ac:chgData name="Gislaine Paula Ferraz Azevedo" userId="841b49d28ead9623" providerId="LiveId" clId="{BD91FA56-C5F4-417A-B833-41985602FEED}" dt="2026-04-28T03:35:20.219" v="690" actId="27636"/>
          <ac:spMkLst>
            <pc:docMk/>
            <pc:sldMk cId="3395375332" sldId="266"/>
            <ac:spMk id="3" creationId="{F13B5281-9BA1-E4DD-C647-408BAB79570A}"/>
          </ac:spMkLst>
        </pc:spChg>
        <pc:picChg chg="add">
          <ac:chgData name="Gislaine Paula Ferraz Azevedo" userId="841b49d28ead9623" providerId="LiveId" clId="{BD91FA56-C5F4-417A-B833-41985602FEED}" dt="2026-04-28T02:08:45.511" v="356" actId="26606"/>
          <ac:picMkLst>
            <pc:docMk/>
            <pc:sldMk cId="3395375332" sldId="266"/>
            <ac:picMk id="7" creationId="{0611B041-F8BD-D746-FBA1-71CFD8ED0371}"/>
          </ac:picMkLst>
        </pc:picChg>
      </pc:sldChg>
      <pc:sldChg chg="addSp delSp modSp new mod setBg delDesignElem">
        <pc:chgData name="Gislaine Paula Ferraz Azevedo" userId="841b49d28ead9623" providerId="LiveId" clId="{BD91FA56-C5F4-417A-B833-41985602FEED}" dt="2026-04-28T03:44:14.535" v="813" actId="26606"/>
        <pc:sldMkLst>
          <pc:docMk/>
          <pc:sldMk cId="2383605284" sldId="267"/>
        </pc:sldMkLst>
        <pc:spChg chg="mod">
          <ac:chgData name="Gislaine Paula Ferraz Azevedo" userId="841b49d28ead9623" providerId="LiveId" clId="{BD91FA56-C5F4-417A-B833-41985602FEED}" dt="2026-04-28T03:44:14.535" v="813" actId="26606"/>
          <ac:spMkLst>
            <pc:docMk/>
            <pc:sldMk cId="2383605284" sldId="267"/>
            <ac:spMk id="2" creationId="{82B7CC48-3DC0-17E9-B031-5301775D2F4A}"/>
          </ac:spMkLst>
        </pc:spChg>
        <pc:spChg chg="add mod">
          <ac:chgData name="Gislaine Paula Ferraz Azevedo" userId="841b49d28ead9623" providerId="LiveId" clId="{BD91FA56-C5F4-417A-B833-41985602FEED}" dt="2026-04-28T03:44:14.535" v="813" actId="26606"/>
          <ac:spMkLst>
            <pc:docMk/>
            <pc:sldMk cId="2383605284" sldId="267"/>
            <ac:spMk id="4" creationId="{E4A20A6B-4264-3DB6-E5D6-BA055BD3E992}"/>
          </ac:spMkLst>
        </pc:spChg>
        <pc:spChg chg="add">
          <ac:chgData name="Gislaine Paula Ferraz Azevedo" userId="841b49d28ead9623" providerId="LiveId" clId="{BD91FA56-C5F4-417A-B833-41985602FEED}" dt="2026-04-28T03:44:14.535" v="813" actId="26606"/>
          <ac:spMkLst>
            <pc:docMk/>
            <pc:sldMk cId="2383605284" sldId="267"/>
            <ac:spMk id="7174" creationId="{BF120A21-0841-4823-B0C4-28AEBCEF9B78}"/>
          </ac:spMkLst>
        </pc:spChg>
        <pc:spChg chg="add">
          <ac:chgData name="Gislaine Paula Ferraz Azevedo" userId="841b49d28ead9623" providerId="LiveId" clId="{BD91FA56-C5F4-417A-B833-41985602FEED}" dt="2026-04-28T03:44:14.535" v="813" actId="26606"/>
          <ac:spMkLst>
            <pc:docMk/>
            <pc:sldMk cId="2383605284" sldId="267"/>
            <ac:spMk id="7176" creationId="{DBB05BAE-BBD3-4289-899F-A6851503C6B0}"/>
          </ac:spMkLst>
        </pc:spChg>
        <pc:spChg chg="add">
          <ac:chgData name="Gislaine Paula Ferraz Azevedo" userId="841b49d28ead9623" providerId="LiveId" clId="{BD91FA56-C5F4-417A-B833-41985602FEED}" dt="2026-04-28T03:44:14.535" v="813" actId="26606"/>
          <ac:spMkLst>
            <pc:docMk/>
            <pc:sldMk cId="2383605284" sldId="267"/>
            <ac:spMk id="7179" creationId="{3F088236-D655-4F88-B238-E16762358025}"/>
          </ac:spMkLst>
        </pc:spChg>
        <pc:spChg chg="add">
          <ac:chgData name="Gislaine Paula Ferraz Azevedo" userId="841b49d28ead9623" providerId="LiveId" clId="{BD91FA56-C5F4-417A-B833-41985602FEED}" dt="2026-04-28T03:44:14.535" v="813" actId="26606"/>
          <ac:spMkLst>
            <pc:docMk/>
            <pc:sldMk cId="2383605284" sldId="267"/>
            <ac:spMk id="7181" creationId="{3DAC0C92-199E-475C-9390-119A9B027276}"/>
          </ac:spMkLst>
        </pc:spChg>
        <pc:spChg chg="add">
          <ac:chgData name="Gislaine Paula Ferraz Azevedo" userId="841b49d28ead9623" providerId="LiveId" clId="{BD91FA56-C5F4-417A-B833-41985602FEED}" dt="2026-04-28T03:44:14.535" v="813" actId="26606"/>
          <ac:spMkLst>
            <pc:docMk/>
            <pc:sldMk cId="2383605284" sldId="267"/>
            <ac:spMk id="7183" creationId="{C4CFB339-0ED8-4FE2-9EF1-6D1375B8499B}"/>
          </ac:spMkLst>
        </pc:spChg>
        <pc:spChg chg="add">
          <ac:chgData name="Gislaine Paula Ferraz Azevedo" userId="841b49d28ead9623" providerId="LiveId" clId="{BD91FA56-C5F4-417A-B833-41985602FEED}" dt="2026-04-28T03:44:14.535" v="813" actId="26606"/>
          <ac:spMkLst>
            <pc:docMk/>
            <pc:sldMk cId="2383605284" sldId="267"/>
            <ac:spMk id="7185" creationId="{31896C80-2069-4431-9C19-83B913734490}"/>
          </ac:spMkLst>
        </pc:spChg>
        <pc:spChg chg="add">
          <ac:chgData name="Gislaine Paula Ferraz Azevedo" userId="841b49d28ead9623" providerId="LiveId" clId="{BD91FA56-C5F4-417A-B833-41985602FEED}" dt="2026-04-28T03:44:14.535" v="813" actId="26606"/>
          <ac:spMkLst>
            <pc:docMk/>
            <pc:sldMk cId="2383605284" sldId="267"/>
            <ac:spMk id="7191" creationId="{9874D11C-36F5-4BBE-A490-019A54E953B0}"/>
          </ac:spMkLst>
        </pc:spChg>
        <pc:picChg chg="add mod ord">
          <ac:chgData name="Gislaine Paula Ferraz Azevedo" userId="841b49d28ead9623" providerId="LiveId" clId="{BD91FA56-C5F4-417A-B833-41985602FEED}" dt="2026-04-28T03:44:14.535" v="813" actId="26606"/>
          <ac:picMkLst>
            <pc:docMk/>
            <pc:sldMk cId="2383605284" sldId="267"/>
            <ac:picMk id="7170" creationId="{BD7B4544-93FF-EC7A-7AC5-82F44B5BFE78}"/>
          </ac:picMkLst>
        </pc:picChg>
      </pc:sldChg>
      <pc:sldChg chg="addSp delSp modSp new mod setBg delDesignElem">
        <pc:chgData name="Gislaine Paula Ferraz Azevedo" userId="841b49d28ead9623" providerId="LiveId" clId="{BD91FA56-C5F4-417A-B833-41985602FEED}" dt="2026-04-28T03:44:33.216" v="815" actId="26606"/>
        <pc:sldMkLst>
          <pc:docMk/>
          <pc:sldMk cId="3981653646" sldId="270"/>
        </pc:sldMkLst>
        <pc:spChg chg="mod">
          <ac:chgData name="Gislaine Paula Ferraz Azevedo" userId="841b49d28ead9623" providerId="LiveId" clId="{BD91FA56-C5F4-417A-B833-41985602FEED}" dt="2026-04-28T03:44:33.216" v="815" actId="26606"/>
          <ac:spMkLst>
            <pc:docMk/>
            <pc:sldMk cId="3981653646" sldId="270"/>
            <ac:spMk id="2" creationId="{705F85CA-3BB3-4DA8-C96A-E559170A8DE7}"/>
          </ac:spMkLst>
        </pc:spChg>
        <pc:spChg chg="add del mod">
          <ac:chgData name="Gislaine Paula Ferraz Azevedo" userId="841b49d28ead9623" providerId="LiveId" clId="{BD91FA56-C5F4-417A-B833-41985602FEED}" dt="2026-04-28T03:44:33.216" v="815" actId="26606"/>
          <ac:spMkLst>
            <pc:docMk/>
            <pc:sldMk cId="3981653646" sldId="270"/>
            <ac:spMk id="3" creationId="{A74E915A-55D4-7581-B9E9-209C1B1A6B37}"/>
          </ac:spMkLst>
        </pc:spChg>
        <pc:picChg chg="add mod">
          <ac:chgData name="Gislaine Paula Ferraz Azevedo" userId="841b49d28ead9623" providerId="LiveId" clId="{BD91FA56-C5F4-417A-B833-41985602FEED}" dt="2026-04-28T03:44:33.216" v="815" actId="26606"/>
          <ac:picMkLst>
            <pc:docMk/>
            <pc:sldMk cId="3981653646" sldId="270"/>
            <ac:picMk id="7" creationId="{C66A51BC-39EF-0D9F-9635-29313E4601F2}"/>
          </ac:picMkLst>
        </pc:picChg>
      </pc:sldChg>
      <pc:sldChg chg="addSp delSp modSp new mod setBg delDesignElem">
        <pc:chgData name="Gislaine Paula Ferraz Azevedo" userId="841b49d28ead9623" providerId="LiveId" clId="{BD91FA56-C5F4-417A-B833-41985602FEED}" dt="2026-04-28T03:44:37.507" v="816" actId="26606"/>
        <pc:sldMkLst>
          <pc:docMk/>
          <pc:sldMk cId="761248280" sldId="271"/>
        </pc:sldMkLst>
        <pc:spChg chg="mod">
          <ac:chgData name="Gislaine Paula Ferraz Azevedo" userId="841b49d28ead9623" providerId="LiveId" clId="{BD91FA56-C5F4-417A-B833-41985602FEED}" dt="2026-04-28T03:44:37.507" v="816" actId="26606"/>
          <ac:spMkLst>
            <pc:docMk/>
            <pc:sldMk cId="761248280" sldId="271"/>
            <ac:spMk id="2" creationId="{F7F380D7-AC3C-184B-D4C8-8B8ECB519737}"/>
          </ac:spMkLst>
        </pc:spChg>
        <pc:spChg chg="add del mod">
          <ac:chgData name="Gislaine Paula Ferraz Azevedo" userId="841b49d28ead9623" providerId="LiveId" clId="{BD91FA56-C5F4-417A-B833-41985602FEED}" dt="2026-04-28T03:44:37.507" v="816" actId="26606"/>
          <ac:spMkLst>
            <pc:docMk/>
            <pc:sldMk cId="761248280" sldId="271"/>
            <ac:spMk id="3" creationId="{E807D3BF-CBA8-0EC3-3339-7D876B34BBF9}"/>
          </ac:spMkLst>
        </pc:spChg>
        <pc:spChg chg="add">
          <ac:chgData name="Gislaine Paula Ferraz Azevedo" userId="841b49d28ead9623" providerId="LiveId" clId="{BD91FA56-C5F4-417A-B833-41985602FEED}" dt="2026-04-28T03:44:37.507" v="816" actId="26606"/>
          <ac:spMkLst>
            <pc:docMk/>
            <pc:sldMk cId="761248280" sldId="271"/>
            <ac:spMk id="6157" creationId="{3F088236-D655-4F88-B238-E16762358025}"/>
          </ac:spMkLst>
        </pc:spChg>
        <pc:spChg chg="add">
          <ac:chgData name="Gislaine Paula Ferraz Azevedo" userId="841b49d28ead9623" providerId="LiveId" clId="{BD91FA56-C5F4-417A-B833-41985602FEED}" dt="2026-04-28T03:44:37.507" v="816" actId="26606"/>
          <ac:spMkLst>
            <pc:docMk/>
            <pc:sldMk cId="761248280" sldId="271"/>
            <ac:spMk id="6159" creationId="{3DAC0C92-199E-475C-9390-119A9B027276}"/>
          </ac:spMkLst>
        </pc:spChg>
        <pc:spChg chg="add">
          <ac:chgData name="Gislaine Paula Ferraz Azevedo" userId="841b49d28ead9623" providerId="LiveId" clId="{BD91FA56-C5F4-417A-B833-41985602FEED}" dt="2026-04-28T03:44:37.507" v="816" actId="26606"/>
          <ac:spMkLst>
            <pc:docMk/>
            <pc:sldMk cId="761248280" sldId="271"/>
            <ac:spMk id="6161" creationId="{C4CFB339-0ED8-4FE2-9EF1-6D1375B8499B}"/>
          </ac:spMkLst>
        </pc:spChg>
        <pc:spChg chg="add">
          <ac:chgData name="Gislaine Paula Ferraz Azevedo" userId="841b49d28ead9623" providerId="LiveId" clId="{BD91FA56-C5F4-417A-B833-41985602FEED}" dt="2026-04-28T03:44:37.507" v="816" actId="26606"/>
          <ac:spMkLst>
            <pc:docMk/>
            <pc:sldMk cId="761248280" sldId="271"/>
            <ac:spMk id="6163" creationId="{31896C80-2069-4431-9C19-83B913734490}"/>
          </ac:spMkLst>
        </pc:spChg>
        <pc:spChg chg="add">
          <ac:chgData name="Gislaine Paula Ferraz Azevedo" userId="841b49d28ead9623" providerId="LiveId" clId="{BD91FA56-C5F4-417A-B833-41985602FEED}" dt="2026-04-28T03:44:37.507" v="816" actId="26606"/>
          <ac:spMkLst>
            <pc:docMk/>
            <pc:sldMk cId="761248280" sldId="271"/>
            <ac:spMk id="6165" creationId="{BF120A21-0841-4823-B0C4-28AEBCEF9B78}"/>
          </ac:spMkLst>
        </pc:spChg>
        <pc:spChg chg="add">
          <ac:chgData name="Gislaine Paula Ferraz Azevedo" userId="841b49d28ead9623" providerId="LiveId" clId="{BD91FA56-C5F4-417A-B833-41985602FEED}" dt="2026-04-28T03:44:37.507" v="816" actId="26606"/>
          <ac:spMkLst>
            <pc:docMk/>
            <pc:sldMk cId="761248280" sldId="271"/>
            <ac:spMk id="6167" creationId="{DBB05BAE-BBD3-4289-899F-A6851503C6B0}"/>
          </ac:spMkLst>
        </pc:spChg>
        <pc:spChg chg="add">
          <ac:chgData name="Gislaine Paula Ferraz Azevedo" userId="841b49d28ead9623" providerId="LiveId" clId="{BD91FA56-C5F4-417A-B833-41985602FEED}" dt="2026-04-28T03:44:37.507" v="816" actId="26606"/>
          <ac:spMkLst>
            <pc:docMk/>
            <pc:sldMk cId="761248280" sldId="271"/>
            <ac:spMk id="6169" creationId="{9874D11C-36F5-4BBE-A490-019A54E953B0}"/>
          </ac:spMkLst>
        </pc:spChg>
        <pc:picChg chg="add mod ord">
          <ac:chgData name="Gislaine Paula Ferraz Azevedo" userId="841b49d28ead9623" providerId="LiveId" clId="{BD91FA56-C5F4-417A-B833-41985602FEED}" dt="2026-04-28T03:44:37.507" v="816" actId="26606"/>
          <ac:picMkLst>
            <pc:docMk/>
            <pc:sldMk cId="761248280" sldId="271"/>
            <ac:picMk id="6148" creationId="{2C45D2C7-A14D-DB0A-6BDE-59CD6214CC71}"/>
          </ac:picMkLst>
        </pc:picChg>
      </pc:sldChg>
      <pc:sldChg chg="addSp delSp modSp new mod ord setBg delDesignElem">
        <pc:chgData name="Gislaine Paula Ferraz Azevedo" userId="841b49d28ead9623" providerId="LiveId" clId="{BD91FA56-C5F4-417A-B833-41985602FEED}" dt="2026-04-28T03:44:21.170" v="814" actId="26606"/>
        <pc:sldMkLst>
          <pc:docMk/>
          <pc:sldMk cId="290957927" sldId="273"/>
        </pc:sldMkLst>
        <pc:spChg chg="mod">
          <ac:chgData name="Gislaine Paula Ferraz Azevedo" userId="841b49d28ead9623" providerId="LiveId" clId="{BD91FA56-C5F4-417A-B833-41985602FEED}" dt="2026-04-28T03:44:21.170" v="814" actId="26606"/>
          <ac:spMkLst>
            <pc:docMk/>
            <pc:sldMk cId="290957927" sldId="273"/>
            <ac:spMk id="2" creationId="{EAA09A6A-8FB0-9558-6B70-2F4332C2F674}"/>
          </ac:spMkLst>
        </pc:spChg>
        <pc:spChg chg="add mod">
          <ac:chgData name="Gislaine Paula Ferraz Azevedo" userId="841b49d28ead9623" providerId="LiveId" clId="{BD91FA56-C5F4-417A-B833-41985602FEED}" dt="2026-04-28T03:44:21.170" v="814" actId="26606"/>
          <ac:spMkLst>
            <pc:docMk/>
            <pc:sldMk cId="290957927" sldId="273"/>
            <ac:spMk id="4" creationId="{3E053DAC-86EA-D002-690B-295EEAD20DF8}"/>
          </ac:spMkLst>
        </pc:spChg>
        <pc:spChg chg="add">
          <ac:chgData name="Gislaine Paula Ferraz Azevedo" userId="841b49d28ead9623" providerId="LiveId" clId="{BD91FA56-C5F4-417A-B833-41985602FEED}" dt="2026-04-28T03:44:21.170" v="814" actId="26606"/>
          <ac:spMkLst>
            <pc:docMk/>
            <pc:sldMk cId="290957927" sldId="273"/>
            <ac:spMk id="8202" creationId="{C4CFB339-0ED8-4FE2-9EF1-6D1375B8499B}"/>
          </ac:spMkLst>
        </pc:spChg>
        <pc:spChg chg="add">
          <ac:chgData name="Gislaine Paula Ferraz Azevedo" userId="841b49d28ead9623" providerId="LiveId" clId="{BD91FA56-C5F4-417A-B833-41985602FEED}" dt="2026-04-28T03:44:21.170" v="814" actId="26606"/>
          <ac:spMkLst>
            <pc:docMk/>
            <pc:sldMk cId="290957927" sldId="273"/>
            <ac:spMk id="8205" creationId="{3F088236-D655-4F88-B238-E16762358025}"/>
          </ac:spMkLst>
        </pc:spChg>
        <pc:spChg chg="add">
          <ac:chgData name="Gislaine Paula Ferraz Azevedo" userId="841b49d28ead9623" providerId="LiveId" clId="{BD91FA56-C5F4-417A-B833-41985602FEED}" dt="2026-04-28T03:44:21.170" v="814" actId="26606"/>
          <ac:spMkLst>
            <pc:docMk/>
            <pc:sldMk cId="290957927" sldId="273"/>
            <ac:spMk id="8206" creationId="{31896C80-2069-4431-9C19-83B913734490}"/>
          </ac:spMkLst>
        </pc:spChg>
        <pc:spChg chg="add">
          <ac:chgData name="Gislaine Paula Ferraz Azevedo" userId="841b49d28ead9623" providerId="LiveId" clId="{BD91FA56-C5F4-417A-B833-41985602FEED}" dt="2026-04-28T03:44:21.170" v="814" actId="26606"/>
          <ac:spMkLst>
            <pc:docMk/>
            <pc:sldMk cId="290957927" sldId="273"/>
            <ac:spMk id="8207" creationId="{3DAC0C92-199E-475C-9390-119A9B027276}"/>
          </ac:spMkLst>
        </pc:spChg>
        <pc:spChg chg="add">
          <ac:chgData name="Gislaine Paula Ferraz Azevedo" userId="841b49d28ead9623" providerId="LiveId" clId="{BD91FA56-C5F4-417A-B833-41985602FEED}" dt="2026-04-28T03:44:21.170" v="814" actId="26606"/>
          <ac:spMkLst>
            <pc:docMk/>
            <pc:sldMk cId="290957927" sldId="273"/>
            <ac:spMk id="8213" creationId="{BF120A21-0841-4823-B0C4-28AEBCEF9B78}"/>
          </ac:spMkLst>
        </pc:spChg>
        <pc:spChg chg="add">
          <ac:chgData name="Gislaine Paula Ferraz Azevedo" userId="841b49d28ead9623" providerId="LiveId" clId="{BD91FA56-C5F4-417A-B833-41985602FEED}" dt="2026-04-28T03:44:21.170" v="814" actId="26606"/>
          <ac:spMkLst>
            <pc:docMk/>
            <pc:sldMk cId="290957927" sldId="273"/>
            <ac:spMk id="8215" creationId="{DBB05BAE-BBD3-4289-899F-A6851503C6B0}"/>
          </ac:spMkLst>
        </pc:spChg>
        <pc:spChg chg="add">
          <ac:chgData name="Gislaine Paula Ferraz Azevedo" userId="841b49d28ead9623" providerId="LiveId" clId="{BD91FA56-C5F4-417A-B833-41985602FEED}" dt="2026-04-28T03:44:21.170" v="814" actId="26606"/>
          <ac:spMkLst>
            <pc:docMk/>
            <pc:sldMk cId="290957927" sldId="273"/>
            <ac:spMk id="8217" creationId="{9874D11C-36F5-4BBE-A490-019A54E953B0}"/>
          </ac:spMkLst>
        </pc:spChg>
        <pc:picChg chg="add mod ord">
          <ac:chgData name="Gislaine Paula Ferraz Azevedo" userId="841b49d28ead9623" providerId="LiveId" clId="{BD91FA56-C5F4-417A-B833-41985602FEED}" dt="2026-04-28T03:44:21.170" v="814" actId="26606"/>
          <ac:picMkLst>
            <pc:docMk/>
            <pc:sldMk cId="290957927" sldId="273"/>
            <ac:picMk id="8196" creationId="{166AF367-3080-438E-9531-B1DFD5206646}"/>
          </ac:picMkLst>
        </pc:picChg>
      </pc:sldChg>
      <pc:sldChg chg="addSp delSp modSp new mod setBg">
        <pc:chgData name="Gislaine Paula Ferraz Azevedo" userId="841b49d28ead9623" providerId="LiveId" clId="{BD91FA56-C5F4-417A-B833-41985602FEED}" dt="2026-04-28T03:48:13.994" v="855" actId="1076"/>
        <pc:sldMkLst>
          <pc:docMk/>
          <pc:sldMk cId="3182819195" sldId="274"/>
        </pc:sldMkLst>
        <pc:spChg chg="mod">
          <ac:chgData name="Gislaine Paula Ferraz Azevedo" userId="841b49d28ead9623" providerId="LiveId" clId="{BD91FA56-C5F4-417A-B833-41985602FEED}" dt="2026-04-28T03:47:26.561" v="847" actId="20577"/>
          <ac:spMkLst>
            <pc:docMk/>
            <pc:sldMk cId="3182819195" sldId="274"/>
            <ac:spMk id="2" creationId="{6542BC09-92FC-16FC-7C9C-C4744A409E24}"/>
          </ac:spMkLst>
        </pc:spChg>
        <pc:spChg chg="add">
          <ac:chgData name="Gislaine Paula Ferraz Azevedo" userId="841b49d28ead9623" providerId="LiveId" clId="{BD91FA56-C5F4-417A-B833-41985602FEED}" dt="2026-04-28T03:46:38.223" v="830" actId="26606"/>
          <ac:spMkLst>
            <pc:docMk/>
            <pc:sldMk cId="3182819195" sldId="274"/>
            <ac:spMk id="8" creationId="{E80B86A7-A1EC-475B-9166-88902B033A38}"/>
          </ac:spMkLst>
        </pc:spChg>
        <pc:spChg chg="add mod">
          <ac:chgData name="Gislaine Paula Ferraz Azevedo" userId="841b49d28ead9623" providerId="LiveId" clId="{BD91FA56-C5F4-417A-B833-41985602FEED}" dt="2026-04-28T03:48:10.358" v="854" actId="14100"/>
          <ac:spMkLst>
            <pc:docMk/>
            <pc:sldMk cId="3182819195" sldId="274"/>
            <ac:spMk id="9" creationId="{2E53ED86-CCD1-E20A-BB57-A6915F11478E}"/>
          </ac:spMkLst>
        </pc:spChg>
        <pc:spChg chg="add">
          <ac:chgData name="Gislaine Paula Ferraz Azevedo" userId="841b49d28ead9623" providerId="LiveId" clId="{BD91FA56-C5F4-417A-B833-41985602FEED}" dt="2026-04-28T03:46:38.223" v="830" actId="26606"/>
          <ac:spMkLst>
            <pc:docMk/>
            <pc:sldMk cId="3182819195" sldId="274"/>
            <ac:spMk id="10" creationId="{C2C29CB1-9F74-4879-A6AF-AEA67B6F1F4D}"/>
          </ac:spMkLst>
        </pc:spChg>
        <pc:spChg chg="add">
          <ac:chgData name="Gislaine Paula Ferraz Azevedo" userId="841b49d28ead9623" providerId="LiveId" clId="{BD91FA56-C5F4-417A-B833-41985602FEED}" dt="2026-04-28T03:46:38.223" v="830" actId="26606"/>
          <ac:spMkLst>
            <pc:docMk/>
            <pc:sldMk cId="3182819195" sldId="274"/>
            <ac:spMk id="12" creationId="{7E2C7115-5336-410C-AD71-0F0952A2E5A7}"/>
          </ac:spMkLst>
        </pc:spChg>
        <pc:picChg chg="add mod">
          <ac:chgData name="Gislaine Paula Ferraz Azevedo" userId="841b49d28ead9623" providerId="LiveId" clId="{BD91FA56-C5F4-417A-B833-41985602FEED}" dt="2026-04-28T03:47:24.729" v="839" actId="1076"/>
          <ac:picMkLst>
            <pc:docMk/>
            <pc:sldMk cId="3182819195" sldId="274"/>
            <ac:picMk id="6" creationId="{F7948C9C-4371-A680-3111-2FB60F4708A9}"/>
          </ac:picMkLst>
        </pc:picChg>
        <pc:picChg chg="add mod">
          <ac:chgData name="Gislaine Paula Ferraz Azevedo" userId="841b49d28ead9623" providerId="LiveId" clId="{BD91FA56-C5F4-417A-B833-41985602FEED}" dt="2026-04-28T03:48:13.994" v="855" actId="1076"/>
          <ac:picMkLst>
            <pc:docMk/>
            <pc:sldMk cId="3182819195" sldId="274"/>
            <ac:picMk id="7" creationId="{DA19671D-DD4D-57AE-F7F9-9BABEB8C8A62}"/>
          </ac:picMkLst>
        </pc:picChg>
      </pc:sldChg>
    </pc:docChg>
  </pc:docChgLst>
</pc:chgInfo>
</file>

<file path=ppt/comments/modernComment_10A_CA6150E4.xml><?xml version="1.0" encoding="utf-8"?>
<p188:cmLst xmlns:a="http://schemas.openxmlformats.org/drawingml/2006/main" xmlns:r="http://schemas.openxmlformats.org/officeDocument/2006/relationships" xmlns:p188="http://schemas.microsoft.com/office/powerpoint/2018/8/main">
  <p188:cm id="{057BF988-A91E-46E4-80C6-ED9E831F59F1}" authorId="{98BE8B39-7132-CE9A-62D4-9E73BB996D49}" created="2026-04-28T02:09:39.063">
    <pc:sldMkLst xmlns:pc="http://schemas.microsoft.com/office/powerpoint/2013/main/command">
      <pc:docMk/>
      <pc:sldMk cId="3395375332" sldId="266"/>
    </pc:sldMkLst>
    <p188:txBody>
      <a:bodyPr/>
      <a:lstStyle/>
      <a:p>
        <a:r>
          <a:rPr lang="en-US"/>
          <a:t>For our implementation, we used a phased approach. This means we didn’t replace the entire chatbot at once. Instead, we improved it step by step.”
We chose this method because the chatbot already existed, and making all changes at once would be risky.”
By doing it in phases, we were able to test each improvement, fix issues more easily, and keep the system working while we updated it</a:t>
        </a:r>
      </a:p>
    </p188:txBody>
  </p188:cm>
</p188:cmLst>
</file>

<file path=ppt/comments/modernComment_10B_8E12EE24.xml><?xml version="1.0" encoding="utf-8"?>
<p188:cmLst xmlns:a="http://schemas.openxmlformats.org/drawingml/2006/main" xmlns:r="http://schemas.openxmlformats.org/officeDocument/2006/relationships" xmlns:p188="http://schemas.microsoft.com/office/powerpoint/2018/8/main">
  <p188:cm id="{D8B2845D-773C-44CB-A7B3-6B5AAF80AA02}" authorId="{98BE8B39-7132-CE9A-62D4-9E73BB996D49}" created="2026-04-28T02:54:39.576">
    <pc:sldMkLst xmlns:pc="http://schemas.microsoft.com/office/powerpoint/2013/main/command">
      <pc:docMk/>
      <pc:sldMk cId="2383605284" sldId="267"/>
    </pc:sldMkLst>
    <p188:txBody>
      <a:bodyPr/>
      <a:lstStyle/>
      <a:p>
        <a:r>
          <a:rPr lang="en-US"/>
          <a:t>During this project, we faced a few challenges.
One of the biggest challenges was understanding the existing code, since the chatbot was originally built by previous teams.
We also had to deal with outdated dependencies, which required updating packages to make sure everything worked correctly.
Another challenge was time, since we had to complete the project within a limited schedule while balancing other classes.
And since it was a team project, coordination was important, so we had to stay organized and communicate consistently.</a:t>
        </a:r>
      </a:p>
    </p188:txBody>
  </p188:cm>
</p188:cmLst>
</file>

<file path=ppt/comments/modernComment_10E_ED53368E.xml><?xml version="1.0" encoding="utf-8"?>
<p188:cmLst xmlns:a="http://schemas.openxmlformats.org/drawingml/2006/main" xmlns:r="http://schemas.openxmlformats.org/officeDocument/2006/relationships" xmlns:p188="http://schemas.microsoft.com/office/powerpoint/2018/8/main">
  <p188:cm id="{01F30D85-A2B4-4EF2-8F4E-5319AA9F6F28}" authorId="{98BE8B39-7132-CE9A-62D4-9E73BB996D49}" created="2026-04-28T03:12:07.723">
    <pc:sldMkLst xmlns:pc="http://schemas.microsoft.com/office/powerpoint/2013/main/command">
      <pc:docMk/>
      <pc:sldMk cId="3981653646" sldId="270"/>
    </pc:sldMkLst>
    <p188:txBody>
      <a:bodyPr/>
      <a:lstStyle/>
      <a:p>
        <a:r>
          <a:rPr lang="en-US"/>
          <a:t>After implementing those changes, we saw some things that worked really well.
The chatbot responses became more accurate, so users could get better answers to their questions.
The interface also became easier to use, which made the chatbot more user-friendly.
And adding helpful links made it easier for students to go directly to the resources they need instead of searching for them.</a:t>
        </a:r>
      </a:p>
    </p188:txBody>
  </p188:cm>
</p188:cmLst>
</file>

<file path=ppt/comments/modernComment_10F_2D5FBA18.xml><?xml version="1.0" encoding="utf-8"?>
<p188:cmLst xmlns:a="http://schemas.openxmlformats.org/drawingml/2006/main" xmlns:r="http://schemas.openxmlformats.org/officeDocument/2006/relationships" xmlns:p188="http://schemas.microsoft.com/office/powerpoint/2018/8/main">
  <p188:cm id="{44B67376-0723-4EB9-A545-7CCA7454D14D}" authorId="{98BE8B39-7132-CE9A-62D4-9E73BB996D49}" created="2026-04-28T03:23:47.810">
    <ac:deMkLst xmlns:ac="http://schemas.microsoft.com/office/drawing/2013/main/command">
      <pc:docMk xmlns:pc="http://schemas.microsoft.com/office/powerpoint/2013/main/command"/>
      <pc:sldMk xmlns:pc="http://schemas.microsoft.com/office/powerpoint/2013/main/command" cId="761248280" sldId="271"/>
      <ac:spMk id="2" creationId="{F7F380D7-AC3C-184B-D4C8-8B8ECB519737}"/>
    </ac:deMkLst>
    <p188:txBody>
      <a:bodyPr/>
      <a:lstStyle/>
      <a:p>
        <a:r>
          <a:rPr lang="en-US"/>
          <a:t>This project is not something that is finished. It can continue to improve over time.
In the future, the chatbot could become smarter by using AI, allowing it to give more natural and accurate responses.
We could also add more features to support different types of student questions and needs.
And overall, improving accuracy would make the chatbot even more reliable and helpful for users.
</a:t>
        </a:r>
      </a:p>
    </p188:txBody>
  </p188:cm>
</p188:cmLst>
</file>

<file path=ppt/comments/modernComment_101_3DD4B7F0.xml><?xml version="1.0" encoding="utf-8"?>
<p188:cmLst xmlns:a="http://schemas.openxmlformats.org/drawingml/2006/main" xmlns:r="http://schemas.openxmlformats.org/officeDocument/2006/relationships" xmlns:p188="http://schemas.microsoft.com/office/powerpoint/2018/8/main">
  <p188:cm id="{4C9B74A5-BA37-4219-9875-F4E02F46C13A}" authorId="{98BE8B39-7132-CE9A-62D4-9E73BB996D49}" created="2026-04-28T02:31:39.345">
    <pc:sldMkLst xmlns:pc="http://schemas.microsoft.com/office/powerpoint/2013/main/command">
      <pc:docMk/>
      <pc:sldMk cId="1037350896" sldId="257"/>
    </pc:sldMkLst>
    <p188:txBody>
      <a:bodyPr/>
      <a:lstStyle/>
      <a:p>
        <a:r>
          <a:rPr lang="en-US"/>
          <a:t>A chatbot is basically like a virtual assistant that helps people instead of a real person. A lot of companies, like Amazon and other big websites, use chatbots to help customers quickly.
Our chatbot is still more basic compared to those advanced ones that sound almost human, but it’s still really useful because it helps students find information and resources much faster</a:t>
        </a:r>
      </a:p>
    </p188:txBody>
  </p188:cm>
</p188:cmLst>
</file>

<file path=ppt/comments/modernComment_102_338B4B08.xml><?xml version="1.0" encoding="utf-8"?>
<p188:cmLst xmlns:a="http://schemas.openxmlformats.org/drawingml/2006/main" xmlns:r="http://schemas.openxmlformats.org/officeDocument/2006/relationships" xmlns:p188="http://schemas.microsoft.com/office/powerpoint/2018/8/main">
  <p188:cm id="{051578CD-B1E6-4FE8-B077-10CB6819F2F3}" authorId="{98BE8B39-7132-CE9A-62D4-9E73BB996D49}" created="2026-04-28T02:34:17.931">
    <ac:deMkLst xmlns:ac="http://schemas.microsoft.com/office/drawing/2013/main/command">
      <pc:docMk xmlns:pc="http://schemas.microsoft.com/office/powerpoint/2013/main/command"/>
      <pc:sldMk xmlns:pc="http://schemas.microsoft.com/office/powerpoint/2013/main/command" cId="864766728" sldId="258"/>
      <ac:spMk id="3" creationId="{9F54586E-6489-BD81-825C-0C8FB254630C}"/>
    </ac:deMkLst>
    <p188:replyLst/>
    <p188:txBody>
      <a:bodyPr/>
      <a:lstStyle/>
      <a:p>
        <a:r>
          <a:rPr lang="en-US"/>
          <a:t>Often, students don’t know where or how to find the information they need.
Sometimes they end up emailing professors, but the professor might not have the exact answer and has to reach out to another department.
This can take time and slow everything down.
With the chatbot, this process can be avoided because students can get answers instantly and be directed to the right resources right away.
The chatbot should be able to operate 24/7 without requiring human supervision.</a:t>
        </a:r>
      </a:p>
    </p188:txBody>
  </p188:cm>
</p188:cmLst>
</file>

<file path=ppt/comments/modernComment_103_68D9A2EF.xml><?xml version="1.0" encoding="utf-8"?>
<p188:cmLst xmlns:a="http://schemas.openxmlformats.org/drawingml/2006/main" xmlns:r="http://schemas.openxmlformats.org/officeDocument/2006/relationships" xmlns:p188="http://schemas.microsoft.com/office/powerpoint/2018/8/main">
  <p188:cm id="{085E0ACD-51B2-4AFB-97CE-12A5B604B2EF}" authorId="{98BE8B39-7132-CE9A-62D4-9E73BB996D49}" created="2026-04-28T02:37:57.277">
    <pc:sldMkLst xmlns:pc="http://schemas.microsoft.com/office/powerpoint/2013/main/command">
      <pc:docMk/>
      <pc:sldMk cId="1759093487" sldId="259"/>
    </pc:sldMkLst>
    <p188:txBody>
      <a:bodyPr/>
      <a:lstStyle/>
      <a:p>
        <a:r>
          <a:rPr lang="en-US"/>
          <a:t>So for this project, our goal was not to build a chatbot from scratch.
Instead, we worked on improving an existing chatbot that was already developed by previous students.
Our focus was to enhance its functionality, make it easier to use, and improve how it responds to users.
We also wanted to make sure it was more reliable when answering common academic and campus-related questions.
Overall, the goal was to create a better experience for students by helping them find information faster and more efficiently.</a:t>
        </a:r>
      </a:p>
    </p188:txBody>
  </p188:cm>
</p188:cmLst>
</file>

<file path=ppt/comments/modernComment_105_10913122.xml><?xml version="1.0" encoding="utf-8"?>
<p188:cmLst xmlns:a="http://schemas.openxmlformats.org/drawingml/2006/main" xmlns:r="http://schemas.openxmlformats.org/officeDocument/2006/relationships" xmlns:p188="http://schemas.microsoft.com/office/powerpoint/2018/8/main">
  <p188:cm id="{FCC0B9B5-4524-44AD-841B-2CBD086F3185}" authorId="{98BE8B39-7132-CE9A-62D4-9E73BB996D49}" created="2026-04-28T02:28:24.621">
    <pc:sldMkLst xmlns:pc="http://schemas.microsoft.com/office/powerpoint/2013/main/command">
      <pc:docMk/>
      <pc:sldMk cId="277950754" sldId="261"/>
    </pc:sldMkLst>
    <p188:txBody>
      <a:bodyPr/>
      <a:lstStyle/>
      <a:p>
        <a:r>
          <a:rPr lang="en-US"/>
          <a:t>This diagram shows how information moves through our chatbot system.
First, the user types a question into the chatbot interface.
Then, the chatbot processes that input by analyzing keywords and understanding what the user is asking.
Based on that, it routes the request to the correct area, like financial aid, tutoring, or general navigation.
Finally, the system retrieves the most relevant response and sends it back to the user.</a:t>
        </a:r>
      </a:p>
    </p188:txBody>
  </p188:cm>
</p188:cmLst>
</file>

<file path=ppt/comments/modernComment_106_735810BA.xml><?xml version="1.0" encoding="utf-8"?>
<p188:cmLst xmlns:a="http://schemas.openxmlformats.org/drawingml/2006/main" xmlns:r="http://schemas.openxmlformats.org/officeDocument/2006/relationships" xmlns:p188="http://schemas.microsoft.com/office/powerpoint/2018/8/main">
  <p188:cm id="{D7A3E61B-C29E-4C1D-8341-D9D5BA746821}" authorId="{98BE8B39-7132-CE9A-62D4-9E73BB996D49}" created="2026-04-28T02:26:47.818">
    <pc:sldMkLst xmlns:pc="http://schemas.microsoft.com/office/powerpoint/2013/main/command">
      <pc:docMk/>
      <pc:sldMk cId="1935151290" sldId="262"/>
    </pc:sldMkLst>
    <p188:txBody>
      <a:bodyPr/>
      <a:lstStyle/>
      <a:p>
        <a:r>
          <a:rPr lang="en-US"/>
          <a:t>Live example how the chatbot works.</a:t>
        </a:r>
      </a:p>
    </p188:txBody>
  </p188:cm>
</p188:cmLst>
</file>

<file path=ppt/comments/modernComment_107_CC3E8A42.xml><?xml version="1.0" encoding="utf-8"?>
<p188:cmLst xmlns:a="http://schemas.openxmlformats.org/drawingml/2006/main" xmlns:r="http://schemas.openxmlformats.org/officeDocument/2006/relationships" xmlns:p188="http://schemas.microsoft.com/office/powerpoint/2018/8/main">
  <p188:cm id="{F764EB58-0049-47C2-83F8-C2F502D42F47}" authorId="{98BE8B39-7132-CE9A-62D4-9E73BB996D49}" created="2026-04-28T02:46:18.765">
    <ac:deMkLst xmlns:ac="http://schemas.microsoft.com/office/drawing/2013/main/command">
      <pc:docMk xmlns:pc="http://schemas.microsoft.com/office/powerpoint/2013/main/command"/>
      <pc:sldMk xmlns:pc="http://schemas.microsoft.com/office/powerpoint/2013/main/command" cId="3426650690" sldId="263"/>
      <ac:graphicFrameMk id="5" creationId="{C3A3D84A-AF09-4163-1B8F-4D89F84B9E31}"/>
    </ac:deMkLst>
    <p188:txBody>
      <a:bodyPr/>
      <a:lstStyle/>
      <a:p>
        <a:r>
          <a:rPr lang="en-US"/>
          <a:t>So basically, the user interacts with the interface, the system processes the question using the logic, and then retrieves the answer from the database
By separating the system into these three parts, it makes the chatbot easier to manage, improve, and expand in the future.</a:t>
        </a:r>
      </a:p>
    </p188:txBody>
  </p188:cm>
</p188:cmLst>
</file>

<file path=ppt/comments/modernComment_108_FF9040E5.xml><?xml version="1.0" encoding="utf-8"?>
<p188:cmLst xmlns:a="http://schemas.openxmlformats.org/drawingml/2006/main" xmlns:r="http://schemas.openxmlformats.org/officeDocument/2006/relationships" xmlns:p188="http://schemas.microsoft.com/office/powerpoint/2018/8/main">
  <p188:cm id="{4F4D24AD-F7A1-4BCC-BC08-DD8FCDA5C8AB}" authorId="{98BE8B39-7132-CE9A-62D4-9E73BB996D49}" created="2026-04-28T02:26:10.848">
    <pc:sldMkLst xmlns:pc="http://schemas.microsoft.com/office/powerpoint/2013/main/command">
      <pc:docMk/>
      <pc:sldMk cId="4287643877" sldId="264"/>
    </pc:sldMkLst>
    <p188:txBody>
      <a:bodyPr/>
      <a:lstStyle/>
      <a:p>
        <a:r>
          <a:rPr lang="en-US"/>
          <a:t>For our project, each team member had a specific role to keep everything organized and efficient.
The team lead was responsible for keeping communication consistent and making sure we stayed on track with deadlines.
The designer focused on the user experience and making sure the interface was simple and easy to use.
The developer worked on building the chatbot features and handling the technical side, including integrating APIs.
The tester was responsible for checking the system, finding errors, and making sure everything worked correctly.
Even though we had specific roles, we all worked together and helped each other when needed, whether it was coding, testing, or reviewing the work
</a:t>
        </a:r>
      </a:p>
    </p188:txBody>
  </p188:cm>
</p188:cmLst>
</file>

<file path=ppt/comments/modernComment_109_BF598FDF.xml><?xml version="1.0" encoding="utf-8"?>
<p188:cmLst xmlns:a="http://schemas.openxmlformats.org/drawingml/2006/main" xmlns:r="http://schemas.openxmlformats.org/officeDocument/2006/relationships" xmlns:p188="http://schemas.microsoft.com/office/powerpoint/2018/8/main">
  <p188:cm id="{6D29279A-1377-4C03-AD0D-15F2E5593240}" authorId="{98BE8B39-7132-CE9A-62D4-9E73BB996D49}" created="2026-04-28T02:51:51.357">
    <pc:sldMkLst xmlns:pc="http://schemas.microsoft.com/office/powerpoint/2013/main/command">
      <pc:docMk/>
      <pc:sldMk cId="3210317791" sldId="265"/>
    </pc:sldMkLst>
    <p188:txBody>
      <a:bodyPr/>
      <a:lstStyle/>
      <a:p>
        <a:r>
          <a:rPr lang="en-US"/>
          <a:t>For this project, we used several tools to build and manage the chatbot
We used GitHub to store our code and collaborate as a team, so everyone could work on the project and track changes.
We used Visual Studio Code as our main coding environment to write and edit the code.
JavaScript was the main programming language used to build the chatbot logic.
HTML and CSS were used to design the interface, so users can interact with the chatbot in a simple and clean way.
And Node.js was used to run the application and handle the backend of the chatbot.</a:t>
        </a:r>
      </a:p>
    </p188:txBody>
  </p188:cm>
</p188:cmLst>
</file>

<file path=ppt/comments/modernComment_111_1157AA67.xml><?xml version="1.0" encoding="utf-8"?>
<p188:cmLst xmlns:a="http://schemas.openxmlformats.org/drawingml/2006/main" xmlns:r="http://schemas.openxmlformats.org/officeDocument/2006/relationships" xmlns:p188="http://schemas.microsoft.com/office/powerpoint/2018/8/main">
  <p188:cm id="{55A38E91-B45D-4A36-A3D1-C53157E853D9}" authorId="{98BE8B39-7132-CE9A-62D4-9E73BB996D49}" created="2026-04-28T03:09:42.443">
    <pc:sldMkLst xmlns:pc="http://schemas.microsoft.com/office/powerpoint/2013/main/command">
      <pc:docMk/>
      <pc:sldMk cId="290957927" sldId="273"/>
    </pc:sldMkLst>
    <p188:txBody>
      <a:bodyPr/>
      <a:lstStyle/>
      <a:p>
        <a:r>
          <a:rPr lang="en-US"/>
          <a:t>Based on the requirements we identified earlier, we implemented several key improvements to enhance the chatbot.
First, we updated outdated dependencies to improve system security and ensure everything runs smoothly.
We also improved the user interface by making it more readable and accessible, including better layout and design for users.
Another important improvement was adding a course catalog search feature, which allows students to quickly find course information by typing things like SDEV or CSCI.
We also improved how the chatbot handles unknown questions by providing suggestions instead of just showing an error message.
Finally, we added a help feature and access to academic resources, so users can better understand what the chatbot can do and find useful information.
Overall, these improvements made the chatbot more useful, user-friendly, and efficient for students.</a:t>
        </a:r>
      </a:p>
    </p188:txBody>
  </p188:cm>
</p188:cmLst>
</file>

<file path=ppt/comments/modernComment_112_BDB5F77B.xml><?xml version="1.0" encoding="utf-8"?>
<p188:cmLst xmlns:a="http://schemas.openxmlformats.org/drawingml/2006/main" xmlns:r="http://schemas.openxmlformats.org/officeDocument/2006/relationships" xmlns:p188="http://schemas.microsoft.com/office/powerpoint/2018/8/main">
  <p188:cm id="{824CECD5-9465-4B03-AEA3-41B3A2F37E99}" authorId="{98BE8B39-7132-CE9A-62D4-9E73BB996D49}" created="2026-04-28T03:51:06.902">
    <pc:sldMkLst xmlns:pc="http://schemas.microsoft.com/office/powerpoint/2013/main/command">
      <pc:docMk/>
      <pc:sldMk cId="3182819195" sldId="274"/>
    </pc:sldMkLst>
    <p188:txBody>
      <a:bodyPr/>
      <a:lstStyle/>
      <a:p>
        <a:r>
          <a:rPr lang="en-US"/>
          <a:t>In conclusion, we were able to accomplish what we initially planned by improving the chatbot and enhancing its functionality.
The system is now working, up to date, and more useful for students
We’re proud of the results, and we hope Ivy Tech students can benefit from using it.</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F8B434-45EF-4DF7-BCBB-343F1F04BBAC}"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556E8D6F-51C3-422E-BB4E-AFFF298FE124}">
      <dgm:prSet/>
      <dgm:spPr/>
      <dgm:t>
        <a:bodyPr/>
        <a:lstStyle/>
        <a:p>
          <a:pPr>
            <a:defRPr cap="all"/>
          </a:pPr>
          <a:r>
            <a:rPr lang="en-US" dirty="0"/>
            <a:t>Improve an existing chatbot </a:t>
          </a:r>
        </a:p>
      </dgm:t>
    </dgm:pt>
    <dgm:pt modelId="{2C4BEC7C-7990-43A3-8BCA-00C0FC7D4284}" type="parTrans" cxnId="{1484BBCE-5A62-48A2-B6F3-06D860810446}">
      <dgm:prSet/>
      <dgm:spPr/>
      <dgm:t>
        <a:bodyPr/>
        <a:lstStyle/>
        <a:p>
          <a:endParaRPr lang="en-US"/>
        </a:p>
      </dgm:t>
    </dgm:pt>
    <dgm:pt modelId="{C911949C-2122-42FC-8027-3AD12752C877}" type="sibTrans" cxnId="{1484BBCE-5A62-48A2-B6F3-06D860810446}">
      <dgm:prSet/>
      <dgm:spPr/>
      <dgm:t>
        <a:bodyPr/>
        <a:lstStyle/>
        <a:p>
          <a:endParaRPr lang="en-US"/>
        </a:p>
      </dgm:t>
    </dgm:pt>
    <dgm:pt modelId="{AE1F84D3-FF4C-4EA3-96BA-FACAA11A9E01}">
      <dgm:prSet/>
      <dgm:spPr/>
      <dgm:t>
        <a:bodyPr/>
        <a:lstStyle/>
        <a:p>
          <a:pPr>
            <a:defRPr cap="all"/>
          </a:pPr>
          <a:r>
            <a:rPr lang="en-US" dirty="0"/>
            <a:t>Make it easier to use </a:t>
          </a:r>
        </a:p>
      </dgm:t>
    </dgm:pt>
    <dgm:pt modelId="{80F8CC51-4D58-4665-AE5B-AEFBF1EB2DB6}" type="parTrans" cxnId="{F7658CC9-98B9-4DDE-A469-3A48018344FE}">
      <dgm:prSet/>
      <dgm:spPr/>
      <dgm:t>
        <a:bodyPr/>
        <a:lstStyle/>
        <a:p>
          <a:endParaRPr lang="en-US"/>
        </a:p>
      </dgm:t>
    </dgm:pt>
    <dgm:pt modelId="{FA22AE12-DED2-4458-BB22-FCD0409A4252}" type="sibTrans" cxnId="{F7658CC9-98B9-4DDE-A469-3A48018344FE}">
      <dgm:prSet/>
      <dgm:spPr/>
      <dgm:t>
        <a:bodyPr/>
        <a:lstStyle/>
        <a:p>
          <a:endParaRPr lang="en-US"/>
        </a:p>
      </dgm:t>
    </dgm:pt>
    <dgm:pt modelId="{77680869-0E7B-480C-9670-3ED0442C6506}">
      <dgm:prSet/>
      <dgm:spPr/>
      <dgm:t>
        <a:bodyPr/>
        <a:lstStyle/>
        <a:p>
          <a:pPr>
            <a:defRPr cap="all"/>
          </a:pPr>
          <a:r>
            <a:rPr lang="en-US"/>
            <a:t>Provide better answers </a:t>
          </a:r>
        </a:p>
      </dgm:t>
    </dgm:pt>
    <dgm:pt modelId="{67DB1B9C-4B84-451C-B185-589863F97C5F}" type="parTrans" cxnId="{76745441-1BB2-42BE-8520-E7698C5D3DF7}">
      <dgm:prSet/>
      <dgm:spPr/>
      <dgm:t>
        <a:bodyPr/>
        <a:lstStyle/>
        <a:p>
          <a:endParaRPr lang="en-US"/>
        </a:p>
      </dgm:t>
    </dgm:pt>
    <dgm:pt modelId="{C21DA6F0-DE09-43D0-83A7-A56FA38B01A3}" type="sibTrans" cxnId="{76745441-1BB2-42BE-8520-E7698C5D3DF7}">
      <dgm:prSet/>
      <dgm:spPr/>
      <dgm:t>
        <a:bodyPr/>
        <a:lstStyle/>
        <a:p>
          <a:endParaRPr lang="en-US"/>
        </a:p>
      </dgm:t>
    </dgm:pt>
    <dgm:pt modelId="{2F02A217-0CFB-415F-BA0E-F7255A5710AD}">
      <dgm:prSet/>
      <dgm:spPr/>
      <dgm:t>
        <a:bodyPr/>
        <a:lstStyle/>
        <a:p>
          <a:pPr>
            <a:defRPr cap="all"/>
          </a:pPr>
          <a:r>
            <a:rPr lang="en-US"/>
            <a:t>Help students faster</a:t>
          </a:r>
        </a:p>
      </dgm:t>
    </dgm:pt>
    <dgm:pt modelId="{1FC37EFE-0B34-4165-8770-EB425DD2C318}" type="parTrans" cxnId="{9A9CCC0B-C9BA-43E1-AD5D-784A97BB042E}">
      <dgm:prSet/>
      <dgm:spPr/>
      <dgm:t>
        <a:bodyPr/>
        <a:lstStyle/>
        <a:p>
          <a:endParaRPr lang="en-US"/>
        </a:p>
      </dgm:t>
    </dgm:pt>
    <dgm:pt modelId="{131D0FB7-8A01-4DA6-B506-D0B2380CEBCC}" type="sibTrans" cxnId="{9A9CCC0B-C9BA-43E1-AD5D-784A97BB042E}">
      <dgm:prSet/>
      <dgm:spPr/>
      <dgm:t>
        <a:bodyPr/>
        <a:lstStyle/>
        <a:p>
          <a:endParaRPr lang="en-US"/>
        </a:p>
      </dgm:t>
    </dgm:pt>
    <dgm:pt modelId="{5B75A51F-D5F6-4FB5-8AE2-B5023912E369}" type="pres">
      <dgm:prSet presAssocID="{8CF8B434-45EF-4DF7-BCBB-343F1F04BBAC}" presName="root" presStyleCnt="0">
        <dgm:presLayoutVars>
          <dgm:dir/>
          <dgm:resizeHandles val="exact"/>
        </dgm:presLayoutVars>
      </dgm:prSet>
      <dgm:spPr/>
    </dgm:pt>
    <dgm:pt modelId="{5A8D3982-8ADC-49AA-B671-81D71D014457}" type="pres">
      <dgm:prSet presAssocID="{556E8D6F-51C3-422E-BB4E-AFFF298FE124}" presName="compNode" presStyleCnt="0"/>
      <dgm:spPr/>
    </dgm:pt>
    <dgm:pt modelId="{1BF2319C-F8C7-4220-9C6A-7D15D3D2BCA7}" type="pres">
      <dgm:prSet presAssocID="{556E8D6F-51C3-422E-BB4E-AFFF298FE124}" presName="iconBgRect" presStyleLbl="bgShp" presStyleIdx="0" presStyleCnt="4"/>
      <dgm:spPr>
        <a:prstGeom prst="round2DiagRect">
          <a:avLst>
            <a:gd name="adj1" fmla="val 29727"/>
            <a:gd name="adj2" fmla="val 0"/>
          </a:avLst>
        </a:prstGeom>
      </dgm:spPr>
    </dgm:pt>
    <dgm:pt modelId="{05D3493A-13FC-4A01-808E-073A35D3D6A7}" type="pres">
      <dgm:prSet presAssocID="{556E8D6F-51C3-422E-BB4E-AFFF298FE12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C005A4FB-109D-4658-B623-33AD3D4A2104}" type="pres">
      <dgm:prSet presAssocID="{556E8D6F-51C3-422E-BB4E-AFFF298FE124}" presName="spaceRect" presStyleCnt="0"/>
      <dgm:spPr/>
    </dgm:pt>
    <dgm:pt modelId="{43BB30A2-41C6-4FAA-921A-31858291BADD}" type="pres">
      <dgm:prSet presAssocID="{556E8D6F-51C3-422E-BB4E-AFFF298FE124}" presName="textRect" presStyleLbl="revTx" presStyleIdx="0" presStyleCnt="4">
        <dgm:presLayoutVars>
          <dgm:chMax val="1"/>
          <dgm:chPref val="1"/>
        </dgm:presLayoutVars>
      </dgm:prSet>
      <dgm:spPr/>
    </dgm:pt>
    <dgm:pt modelId="{A2AC836E-D854-4564-BC66-806307B38861}" type="pres">
      <dgm:prSet presAssocID="{C911949C-2122-42FC-8027-3AD12752C877}" presName="sibTrans" presStyleCnt="0"/>
      <dgm:spPr/>
    </dgm:pt>
    <dgm:pt modelId="{A766D45F-E9EC-4AA6-ACD3-FFE1AFF36285}" type="pres">
      <dgm:prSet presAssocID="{AE1F84D3-FF4C-4EA3-96BA-FACAA11A9E01}" presName="compNode" presStyleCnt="0"/>
      <dgm:spPr/>
    </dgm:pt>
    <dgm:pt modelId="{7583F098-A1FA-48B8-A027-0A6B7058A80A}" type="pres">
      <dgm:prSet presAssocID="{AE1F84D3-FF4C-4EA3-96BA-FACAA11A9E01}" presName="iconBgRect" presStyleLbl="bgShp" presStyleIdx="1" presStyleCnt="4"/>
      <dgm:spPr>
        <a:prstGeom prst="round2DiagRect">
          <a:avLst>
            <a:gd name="adj1" fmla="val 29727"/>
            <a:gd name="adj2" fmla="val 0"/>
          </a:avLst>
        </a:prstGeom>
      </dgm:spPr>
    </dgm:pt>
    <dgm:pt modelId="{41970F7E-C400-4A06-84FB-0D84CA847671}" type="pres">
      <dgm:prSet presAssocID="{AE1F84D3-FF4C-4EA3-96BA-FACAA11A9E01}"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bulb"/>
        </a:ext>
      </dgm:extLst>
    </dgm:pt>
    <dgm:pt modelId="{0AD635B1-C803-4E89-B575-B33C79F4D023}" type="pres">
      <dgm:prSet presAssocID="{AE1F84D3-FF4C-4EA3-96BA-FACAA11A9E01}" presName="spaceRect" presStyleCnt="0"/>
      <dgm:spPr/>
    </dgm:pt>
    <dgm:pt modelId="{C6F8E777-9EF0-4B07-AAFE-5C3D6B92FC98}" type="pres">
      <dgm:prSet presAssocID="{AE1F84D3-FF4C-4EA3-96BA-FACAA11A9E01}" presName="textRect" presStyleLbl="revTx" presStyleIdx="1" presStyleCnt="4">
        <dgm:presLayoutVars>
          <dgm:chMax val="1"/>
          <dgm:chPref val="1"/>
        </dgm:presLayoutVars>
      </dgm:prSet>
      <dgm:spPr/>
    </dgm:pt>
    <dgm:pt modelId="{E6432520-E224-4069-8D50-EAEC804EADBE}" type="pres">
      <dgm:prSet presAssocID="{FA22AE12-DED2-4458-BB22-FCD0409A4252}" presName="sibTrans" presStyleCnt="0"/>
      <dgm:spPr/>
    </dgm:pt>
    <dgm:pt modelId="{8D4F8BAF-26BB-47AF-8AA3-82D2296A2486}" type="pres">
      <dgm:prSet presAssocID="{77680869-0E7B-480C-9670-3ED0442C6506}" presName="compNode" presStyleCnt="0"/>
      <dgm:spPr/>
    </dgm:pt>
    <dgm:pt modelId="{F77D6F34-E4D6-465A-8039-948E77B150B4}" type="pres">
      <dgm:prSet presAssocID="{77680869-0E7B-480C-9670-3ED0442C6506}" presName="iconBgRect" presStyleLbl="bgShp" presStyleIdx="2" presStyleCnt="4"/>
      <dgm:spPr>
        <a:prstGeom prst="round2DiagRect">
          <a:avLst>
            <a:gd name="adj1" fmla="val 29727"/>
            <a:gd name="adj2" fmla="val 0"/>
          </a:avLst>
        </a:prstGeom>
      </dgm:spPr>
    </dgm:pt>
    <dgm:pt modelId="{0E7267D9-3D51-400C-9231-FABC9AFEE622}" type="pres">
      <dgm:prSet presAssocID="{77680869-0E7B-480C-9670-3ED0442C650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ead with Gears"/>
        </a:ext>
      </dgm:extLst>
    </dgm:pt>
    <dgm:pt modelId="{3B6E0A2C-286F-4FA2-A6F6-45B371B90369}" type="pres">
      <dgm:prSet presAssocID="{77680869-0E7B-480C-9670-3ED0442C6506}" presName="spaceRect" presStyleCnt="0"/>
      <dgm:spPr/>
    </dgm:pt>
    <dgm:pt modelId="{D418E698-2573-419A-934E-3631F58E62FE}" type="pres">
      <dgm:prSet presAssocID="{77680869-0E7B-480C-9670-3ED0442C6506}" presName="textRect" presStyleLbl="revTx" presStyleIdx="2" presStyleCnt="4">
        <dgm:presLayoutVars>
          <dgm:chMax val="1"/>
          <dgm:chPref val="1"/>
        </dgm:presLayoutVars>
      </dgm:prSet>
      <dgm:spPr/>
    </dgm:pt>
    <dgm:pt modelId="{506CD976-C361-43D7-A378-B573B4D0F99A}" type="pres">
      <dgm:prSet presAssocID="{C21DA6F0-DE09-43D0-83A7-A56FA38B01A3}" presName="sibTrans" presStyleCnt="0"/>
      <dgm:spPr/>
    </dgm:pt>
    <dgm:pt modelId="{A42E2FE5-854E-407C-8C9B-213DCFB15D9E}" type="pres">
      <dgm:prSet presAssocID="{2F02A217-0CFB-415F-BA0E-F7255A5710AD}" presName="compNode" presStyleCnt="0"/>
      <dgm:spPr/>
    </dgm:pt>
    <dgm:pt modelId="{B77A7697-F7F2-4700-B78D-F309479D76C2}" type="pres">
      <dgm:prSet presAssocID="{2F02A217-0CFB-415F-BA0E-F7255A5710AD}" presName="iconBgRect" presStyleLbl="bgShp" presStyleIdx="3" presStyleCnt="4"/>
      <dgm:spPr>
        <a:prstGeom prst="round2DiagRect">
          <a:avLst>
            <a:gd name="adj1" fmla="val 29727"/>
            <a:gd name="adj2" fmla="val 0"/>
          </a:avLst>
        </a:prstGeom>
      </dgm:spPr>
    </dgm:pt>
    <dgm:pt modelId="{D454AB35-F2A4-47C3-98CA-14B635FA8093}" type="pres">
      <dgm:prSet presAssocID="{2F02A217-0CFB-415F-BA0E-F7255A5710A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AFF111E4-4353-4E30-A021-89DD0D1931A3}" type="pres">
      <dgm:prSet presAssocID="{2F02A217-0CFB-415F-BA0E-F7255A5710AD}" presName="spaceRect" presStyleCnt="0"/>
      <dgm:spPr/>
    </dgm:pt>
    <dgm:pt modelId="{B1C5EBF3-5934-447F-9356-4A697938C871}" type="pres">
      <dgm:prSet presAssocID="{2F02A217-0CFB-415F-BA0E-F7255A5710AD}" presName="textRect" presStyleLbl="revTx" presStyleIdx="3" presStyleCnt="4">
        <dgm:presLayoutVars>
          <dgm:chMax val="1"/>
          <dgm:chPref val="1"/>
        </dgm:presLayoutVars>
      </dgm:prSet>
      <dgm:spPr/>
    </dgm:pt>
  </dgm:ptLst>
  <dgm:cxnLst>
    <dgm:cxn modelId="{9A9CCC0B-C9BA-43E1-AD5D-784A97BB042E}" srcId="{8CF8B434-45EF-4DF7-BCBB-343F1F04BBAC}" destId="{2F02A217-0CFB-415F-BA0E-F7255A5710AD}" srcOrd="3" destOrd="0" parTransId="{1FC37EFE-0B34-4165-8770-EB425DD2C318}" sibTransId="{131D0FB7-8A01-4DA6-B506-D0B2380CEBCC}"/>
    <dgm:cxn modelId="{B12E3132-E7EC-41EE-8DAC-A7E096D611B1}" type="presOf" srcId="{2F02A217-0CFB-415F-BA0E-F7255A5710AD}" destId="{B1C5EBF3-5934-447F-9356-4A697938C871}" srcOrd="0" destOrd="0" presId="urn:microsoft.com/office/officeart/2018/5/layout/IconLeafLabelList"/>
    <dgm:cxn modelId="{76745441-1BB2-42BE-8520-E7698C5D3DF7}" srcId="{8CF8B434-45EF-4DF7-BCBB-343F1F04BBAC}" destId="{77680869-0E7B-480C-9670-3ED0442C6506}" srcOrd="2" destOrd="0" parTransId="{67DB1B9C-4B84-451C-B185-589863F97C5F}" sibTransId="{C21DA6F0-DE09-43D0-83A7-A56FA38B01A3}"/>
    <dgm:cxn modelId="{E2601644-F28B-419B-AB5B-242636F691CF}" type="presOf" srcId="{8CF8B434-45EF-4DF7-BCBB-343F1F04BBAC}" destId="{5B75A51F-D5F6-4FB5-8AE2-B5023912E369}" srcOrd="0" destOrd="0" presId="urn:microsoft.com/office/officeart/2018/5/layout/IconLeafLabelList"/>
    <dgm:cxn modelId="{A5285C76-A89C-4BDB-889A-7E3A5EC9BC88}" type="presOf" srcId="{556E8D6F-51C3-422E-BB4E-AFFF298FE124}" destId="{43BB30A2-41C6-4FAA-921A-31858291BADD}" srcOrd="0" destOrd="0" presId="urn:microsoft.com/office/officeart/2018/5/layout/IconLeafLabelList"/>
    <dgm:cxn modelId="{F7658CC9-98B9-4DDE-A469-3A48018344FE}" srcId="{8CF8B434-45EF-4DF7-BCBB-343F1F04BBAC}" destId="{AE1F84D3-FF4C-4EA3-96BA-FACAA11A9E01}" srcOrd="1" destOrd="0" parTransId="{80F8CC51-4D58-4665-AE5B-AEFBF1EB2DB6}" sibTransId="{FA22AE12-DED2-4458-BB22-FCD0409A4252}"/>
    <dgm:cxn modelId="{1484BBCE-5A62-48A2-B6F3-06D860810446}" srcId="{8CF8B434-45EF-4DF7-BCBB-343F1F04BBAC}" destId="{556E8D6F-51C3-422E-BB4E-AFFF298FE124}" srcOrd="0" destOrd="0" parTransId="{2C4BEC7C-7990-43A3-8BCA-00C0FC7D4284}" sibTransId="{C911949C-2122-42FC-8027-3AD12752C877}"/>
    <dgm:cxn modelId="{44B4D1D0-9880-492E-86C9-78204AA2B8DE}" type="presOf" srcId="{AE1F84D3-FF4C-4EA3-96BA-FACAA11A9E01}" destId="{C6F8E777-9EF0-4B07-AAFE-5C3D6B92FC98}" srcOrd="0" destOrd="0" presId="urn:microsoft.com/office/officeart/2018/5/layout/IconLeafLabelList"/>
    <dgm:cxn modelId="{590F04ED-9343-45D1-BE37-ADAE3452AD21}" type="presOf" srcId="{77680869-0E7B-480C-9670-3ED0442C6506}" destId="{D418E698-2573-419A-934E-3631F58E62FE}" srcOrd="0" destOrd="0" presId="urn:microsoft.com/office/officeart/2018/5/layout/IconLeafLabelList"/>
    <dgm:cxn modelId="{6A8FED09-32B8-4533-ADEF-92CED62A797D}" type="presParOf" srcId="{5B75A51F-D5F6-4FB5-8AE2-B5023912E369}" destId="{5A8D3982-8ADC-49AA-B671-81D71D014457}" srcOrd="0" destOrd="0" presId="urn:microsoft.com/office/officeart/2018/5/layout/IconLeafLabelList"/>
    <dgm:cxn modelId="{8FFFA662-4BB9-4C2F-BA6B-0840B696A2AE}" type="presParOf" srcId="{5A8D3982-8ADC-49AA-B671-81D71D014457}" destId="{1BF2319C-F8C7-4220-9C6A-7D15D3D2BCA7}" srcOrd="0" destOrd="0" presId="urn:microsoft.com/office/officeart/2018/5/layout/IconLeafLabelList"/>
    <dgm:cxn modelId="{0415CF53-6482-4A6E-853F-4EC5503B61F5}" type="presParOf" srcId="{5A8D3982-8ADC-49AA-B671-81D71D014457}" destId="{05D3493A-13FC-4A01-808E-073A35D3D6A7}" srcOrd="1" destOrd="0" presId="urn:microsoft.com/office/officeart/2018/5/layout/IconLeafLabelList"/>
    <dgm:cxn modelId="{81151404-1F2D-421C-891E-49EE028503D3}" type="presParOf" srcId="{5A8D3982-8ADC-49AA-B671-81D71D014457}" destId="{C005A4FB-109D-4658-B623-33AD3D4A2104}" srcOrd="2" destOrd="0" presId="urn:microsoft.com/office/officeart/2018/5/layout/IconLeafLabelList"/>
    <dgm:cxn modelId="{B9A2CF24-8CA9-4350-A2F8-5F8E7853BE78}" type="presParOf" srcId="{5A8D3982-8ADC-49AA-B671-81D71D014457}" destId="{43BB30A2-41C6-4FAA-921A-31858291BADD}" srcOrd="3" destOrd="0" presId="urn:microsoft.com/office/officeart/2018/5/layout/IconLeafLabelList"/>
    <dgm:cxn modelId="{053BC795-3969-427B-B0D8-1F65588F1247}" type="presParOf" srcId="{5B75A51F-D5F6-4FB5-8AE2-B5023912E369}" destId="{A2AC836E-D854-4564-BC66-806307B38861}" srcOrd="1" destOrd="0" presId="urn:microsoft.com/office/officeart/2018/5/layout/IconLeafLabelList"/>
    <dgm:cxn modelId="{62960E3F-99C6-426A-BE0F-FC899855D784}" type="presParOf" srcId="{5B75A51F-D5F6-4FB5-8AE2-B5023912E369}" destId="{A766D45F-E9EC-4AA6-ACD3-FFE1AFF36285}" srcOrd="2" destOrd="0" presId="urn:microsoft.com/office/officeart/2018/5/layout/IconLeafLabelList"/>
    <dgm:cxn modelId="{992B13C0-9A3C-42AB-B232-74C4F2CB762A}" type="presParOf" srcId="{A766D45F-E9EC-4AA6-ACD3-FFE1AFF36285}" destId="{7583F098-A1FA-48B8-A027-0A6B7058A80A}" srcOrd="0" destOrd="0" presId="urn:microsoft.com/office/officeart/2018/5/layout/IconLeafLabelList"/>
    <dgm:cxn modelId="{4D7528B6-D32C-4AAC-A312-6C9561980191}" type="presParOf" srcId="{A766D45F-E9EC-4AA6-ACD3-FFE1AFF36285}" destId="{41970F7E-C400-4A06-84FB-0D84CA847671}" srcOrd="1" destOrd="0" presId="urn:microsoft.com/office/officeart/2018/5/layout/IconLeafLabelList"/>
    <dgm:cxn modelId="{CCD6267F-144C-4880-A49A-981BABBAAC18}" type="presParOf" srcId="{A766D45F-E9EC-4AA6-ACD3-FFE1AFF36285}" destId="{0AD635B1-C803-4E89-B575-B33C79F4D023}" srcOrd="2" destOrd="0" presId="urn:microsoft.com/office/officeart/2018/5/layout/IconLeafLabelList"/>
    <dgm:cxn modelId="{1E023D23-71DB-4638-99DB-C7D9EDAB21D8}" type="presParOf" srcId="{A766D45F-E9EC-4AA6-ACD3-FFE1AFF36285}" destId="{C6F8E777-9EF0-4B07-AAFE-5C3D6B92FC98}" srcOrd="3" destOrd="0" presId="urn:microsoft.com/office/officeart/2018/5/layout/IconLeafLabelList"/>
    <dgm:cxn modelId="{C7893A08-A3FB-437E-BFA7-B1A483510BEA}" type="presParOf" srcId="{5B75A51F-D5F6-4FB5-8AE2-B5023912E369}" destId="{E6432520-E224-4069-8D50-EAEC804EADBE}" srcOrd="3" destOrd="0" presId="urn:microsoft.com/office/officeart/2018/5/layout/IconLeafLabelList"/>
    <dgm:cxn modelId="{B1F4E9FE-6110-48A2-83DA-58F5B8DD580E}" type="presParOf" srcId="{5B75A51F-D5F6-4FB5-8AE2-B5023912E369}" destId="{8D4F8BAF-26BB-47AF-8AA3-82D2296A2486}" srcOrd="4" destOrd="0" presId="urn:microsoft.com/office/officeart/2018/5/layout/IconLeafLabelList"/>
    <dgm:cxn modelId="{78F5A610-E627-4A20-AD55-AB0F3AED6AA2}" type="presParOf" srcId="{8D4F8BAF-26BB-47AF-8AA3-82D2296A2486}" destId="{F77D6F34-E4D6-465A-8039-948E77B150B4}" srcOrd="0" destOrd="0" presId="urn:microsoft.com/office/officeart/2018/5/layout/IconLeafLabelList"/>
    <dgm:cxn modelId="{8F9ACB5A-05E4-4BF3-8644-79897F8079FC}" type="presParOf" srcId="{8D4F8BAF-26BB-47AF-8AA3-82D2296A2486}" destId="{0E7267D9-3D51-400C-9231-FABC9AFEE622}" srcOrd="1" destOrd="0" presId="urn:microsoft.com/office/officeart/2018/5/layout/IconLeafLabelList"/>
    <dgm:cxn modelId="{F2AD7DF1-0DA7-4120-A3C0-8C799A966364}" type="presParOf" srcId="{8D4F8BAF-26BB-47AF-8AA3-82D2296A2486}" destId="{3B6E0A2C-286F-4FA2-A6F6-45B371B90369}" srcOrd="2" destOrd="0" presId="urn:microsoft.com/office/officeart/2018/5/layout/IconLeafLabelList"/>
    <dgm:cxn modelId="{C4AFDAC1-D682-46EA-8546-B3F2574EFC4E}" type="presParOf" srcId="{8D4F8BAF-26BB-47AF-8AA3-82D2296A2486}" destId="{D418E698-2573-419A-934E-3631F58E62FE}" srcOrd="3" destOrd="0" presId="urn:microsoft.com/office/officeart/2018/5/layout/IconLeafLabelList"/>
    <dgm:cxn modelId="{D747C7EC-5C26-4B40-8F5F-BB3D6569DB40}" type="presParOf" srcId="{5B75A51F-D5F6-4FB5-8AE2-B5023912E369}" destId="{506CD976-C361-43D7-A378-B573B4D0F99A}" srcOrd="5" destOrd="0" presId="urn:microsoft.com/office/officeart/2018/5/layout/IconLeafLabelList"/>
    <dgm:cxn modelId="{333B87E0-FEB8-4780-AE51-CBF3E8731F2D}" type="presParOf" srcId="{5B75A51F-D5F6-4FB5-8AE2-B5023912E369}" destId="{A42E2FE5-854E-407C-8C9B-213DCFB15D9E}" srcOrd="6" destOrd="0" presId="urn:microsoft.com/office/officeart/2018/5/layout/IconLeafLabelList"/>
    <dgm:cxn modelId="{E95BDBD5-CFDE-4531-A001-4366F7DC0003}" type="presParOf" srcId="{A42E2FE5-854E-407C-8C9B-213DCFB15D9E}" destId="{B77A7697-F7F2-4700-B78D-F309479D76C2}" srcOrd="0" destOrd="0" presId="urn:microsoft.com/office/officeart/2018/5/layout/IconLeafLabelList"/>
    <dgm:cxn modelId="{41778D43-E470-4418-8C37-431D54D8EA46}" type="presParOf" srcId="{A42E2FE5-854E-407C-8C9B-213DCFB15D9E}" destId="{D454AB35-F2A4-47C3-98CA-14B635FA8093}" srcOrd="1" destOrd="0" presId="urn:microsoft.com/office/officeart/2018/5/layout/IconLeafLabelList"/>
    <dgm:cxn modelId="{0AC5CB7E-61F3-4A5A-81FD-5330A4031274}" type="presParOf" srcId="{A42E2FE5-854E-407C-8C9B-213DCFB15D9E}" destId="{AFF111E4-4353-4E30-A021-89DD0D1931A3}" srcOrd="2" destOrd="0" presId="urn:microsoft.com/office/officeart/2018/5/layout/IconLeafLabelList"/>
    <dgm:cxn modelId="{4EC54582-BAF7-4D0D-A369-E53EEC377362}" type="presParOf" srcId="{A42E2FE5-854E-407C-8C9B-213DCFB15D9E}" destId="{B1C5EBF3-5934-447F-9356-4A697938C871}"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4C3B10-66EF-4B86-821F-A531001E1450}"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8784111-B965-41BB-A27A-9B03C270FBE3}">
      <dgm:prSet/>
      <dgm:spPr/>
      <dgm:t>
        <a:bodyPr/>
        <a:lstStyle/>
        <a:p>
          <a:pPr>
            <a:lnSpc>
              <a:spcPct val="100000"/>
            </a:lnSpc>
            <a:defRPr cap="all"/>
          </a:pPr>
          <a:r>
            <a:rPr lang="en-US" dirty="0">
              <a:solidFill>
                <a:schemeClr val="accent2"/>
              </a:solidFill>
            </a:rPr>
            <a:t>Interface</a:t>
          </a:r>
        </a:p>
      </dgm:t>
    </dgm:pt>
    <dgm:pt modelId="{C31742F8-8A04-4548-98C4-576049C7854D}" type="parTrans" cxnId="{00AA3DB8-BFE3-42C2-BCAB-822BF77DB571}">
      <dgm:prSet/>
      <dgm:spPr/>
      <dgm:t>
        <a:bodyPr/>
        <a:lstStyle/>
        <a:p>
          <a:endParaRPr lang="en-US"/>
        </a:p>
      </dgm:t>
    </dgm:pt>
    <dgm:pt modelId="{27AADD39-FAB8-477C-AFC5-22FA5CF48020}" type="sibTrans" cxnId="{00AA3DB8-BFE3-42C2-BCAB-822BF77DB571}">
      <dgm:prSet/>
      <dgm:spPr/>
      <dgm:t>
        <a:bodyPr/>
        <a:lstStyle/>
        <a:p>
          <a:pPr>
            <a:lnSpc>
              <a:spcPct val="100000"/>
            </a:lnSpc>
          </a:pPr>
          <a:endParaRPr lang="en-US"/>
        </a:p>
      </dgm:t>
    </dgm:pt>
    <dgm:pt modelId="{878E5888-05A9-4CFE-83A2-5052A0BF5AEE}">
      <dgm:prSet/>
      <dgm:spPr/>
      <dgm:t>
        <a:bodyPr/>
        <a:lstStyle/>
        <a:p>
          <a:pPr>
            <a:lnSpc>
              <a:spcPct val="100000"/>
            </a:lnSpc>
            <a:defRPr cap="all"/>
          </a:pPr>
          <a:r>
            <a:rPr lang="en-US" dirty="0">
              <a:solidFill>
                <a:schemeClr val="accent3"/>
              </a:solidFill>
            </a:rPr>
            <a:t>Logic</a:t>
          </a:r>
          <a:r>
            <a:rPr lang="en-US" dirty="0"/>
            <a:t> </a:t>
          </a:r>
        </a:p>
      </dgm:t>
    </dgm:pt>
    <dgm:pt modelId="{1A6FFF31-2957-4E17-A884-D9048CFEF66A}" type="parTrans" cxnId="{207BCDEE-0588-4114-991E-6FD0D33EE5A6}">
      <dgm:prSet/>
      <dgm:spPr/>
      <dgm:t>
        <a:bodyPr/>
        <a:lstStyle/>
        <a:p>
          <a:endParaRPr lang="en-US"/>
        </a:p>
      </dgm:t>
    </dgm:pt>
    <dgm:pt modelId="{90D80D2C-A477-47F8-A6CB-5D78BB1F7F3E}" type="sibTrans" cxnId="{207BCDEE-0588-4114-991E-6FD0D33EE5A6}">
      <dgm:prSet/>
      <dgm:spPr/>
      <dgm:t>
        <a:bodyPr/>
        <a:lstStyle/>
        <a:p>
          <a:pPr>
            <a:lnSpc>
              <a:spcPct val="100000"/>
            </a:lnSpc>
          </a:pPr>
          <a:endParaRPr lang="en-US"/>
        </a:p>
      </dgm:t>
    </dgm:pt>
    <dgm:pt modelId="{AE0A8200-F2AB-408F-BB27-6A71511FBB53}">
      <dgm:prSet/>
      <dgm:spPr/>
      <dgm:t>
        <a:bodyPr/>
        <a:lstStyle/>
        <a:p>
          <a:pPr>
            <a:lnSpc>
              <a:spcPct val="100000"/>
            </a:lnSpc>
            <a:defRPr cap="all"/>
          </a:pPr>
          <a:r>
            <a:rPr lang="en-US" dirty="0">
              <a:solidFill>
                <a:schemeClr val="accent4"/>
              </a:solidFill>
            </a:rPr>
            <a:t>Database</a:t>
          </a:r>
        </a:p>
      </dgm:t>
    </dgm:pt>
    <dgm:pt modelId="{01157BBB-1610-43E7-9D67-9585F74A9492}" type="parTrans" cxnId="{4341171D-CAC1-4035-BA4B-BF3EBF17D4C0}">
      <dgm:prSet/>
      <dgm:spPr/>
      <dgm:t>
        <a:bodyPr/>
        <a:lstStyle/>
        <a:p>
          <a:endParaRPr lang="en-US"/>
        </a:p>
      </dgm:t>
    </dgm:pt>
    <dgm:pt modelId="{A171EBD9-4E6F-434C-B66D-093523EF819A}" type="sibTrans" cxnId="{4341171D-CAC1-4035-BA4B-BF3EBF17D4C0}">
      <dgm:prSet/>
      <dgm:spPr/>
      <dgm:t>
        <a:bodyPr/>
        <a:lstStyle/>
        <a:p>
          <a:endParaRPr lang="en-US"/>
        </a:p>
      </dgm:t>
    </dgm:pt>
    <dgm:pt modelId="{BC12F256-9045-49AF-AC5D-8FE3F8660ADD}" type="pres">
      <dgm:prSet presAssocID="{3C4C3B10-66EF-4B86-821F-A531001E1450}" presName="root" presStyleCnt="0">
        <dgm:presLayoutVars>
          <dgm:dir/>
          <dgm:resizeHandles val="exact"/>
        </dgm:presLayoutVars>
      </dgm:prSet>
      <dgm:spPr/>
    </dgm:pt>
    <dgm:pt modelId="{77AB0326-7799-4C6F-A5AD-D3613ACF80DF}" type="pres">
      <dgm:prSet presAssocID="{A8784111-B965-41BB-A27A-9B03C270FBE3}" presName="compNode" presStyleCnt="0"/>
      <dgm:spPr/>
    </dgm:pt>
    <dgm:pt modelId="{F386F7D6-61A6-49A7-9AA6-1E599C0FCD88}" type="pres">
      <dgm:prSet presAssocID="{A8784111-B965-41BB-A27A-9B03C270FBE3}" presName="iconBgRect" presStyleLbl="bgShp" presStyleIdx="0" presStyleCnt="3"/>
      <dgm:spPr>
        <a:prstGeom prst="round2DiagRect">
          <a:avLst>
            <a:gd name="adj1" fmla="val 29727"/>
            <a:gd name="adj2" fmla="val 0"/>
          </a:avLst>
        </a:prstGeom>
      </dgm:spPr>
    </dgm:pt>
    <dgm:pt modelId="{9E5489C3-0ADD-457C-84FE-3ED39C938B84}" type="pres">
      <dgm:prSet presAssocID="{A8784111-B965-41BB-A27A-9B03C270FBE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ximize"/>
        </a:ext>
      </dgm:extLst>
    </dgm:pt>
    <dgm:pt modelId="{18751BCA-5461-4C7E-A3E4-EE8F19B66221}" type="pres">
      <dgm:prSet presAssocID="{A8784111-B965-41BB-A27A-9B03C270FBE3}" presName="spaceRect" presStyleCnt="0"/>
      <dgm:spPr/>
    </dgm:pt>
    <dgm:pt modelId="{14445146-0836-46C4-B922-B4D130D69ED0}" type="pres">
      <dgm:prSet presAssocID="{A8784111-B965-41BB-A27A-9B03C270FBE3}" presName="textRect" presStyleLbl="revTx" presStyleIdx="0" presStyleCnt="3">
        <dgm:presLayoutVars>
          <dgm:chMax val="1"/>
          <dgm:chPref val="1"/>
        </dgm:presLayoutVars>
      </dgm:prSet>
      <dgm:spPr/>
    </dgm:pt>
    <dgm:pt modelId="{CB1C395B-81C6-4EDE-929F-894E19068FC2}" type="pres">
      <dgm:prSet presAssocID="{27AADD39-FAB8-477C-AFC5-22FA5CF48020}" presName="sibTrans" presStyleCnt="0"/>
      <dgm:spPr/>
    </dgm:pt>
    <dgm:pt modelId="{E9F6FF87-98A9-4FBA-B117-28D4C64E7AE2}" type="pres">
      <dgm:prSet presAssocID="{878E5888-05A9-4CFE-83A2-5052A0BF5AEE}" presName="compNode" presStyleCnt="0"/>
      <dgm:spPr/>
    </dgm:pt>
    <dgm:pt modelId="{94BFEF00-33D7-41CC-873F-D6D3CA725667}" type="pres">
      <dgm:prSet presAssocID="{878E5888-05A9-4CFE-83A2-5052A0BF5AEE}" presName="iconBgRect" presStyleLbl="bgShp" presStyleIdx="1" presStyleCnt="3"/>
      <dgm:spPr>
        <a:prstGeom prst="round2DiagRect">
          <a:avLst>
            <a:gd name="adj1" fmla="val 29727"/>
            <a:gd name="adj2" fmla="val 0"/>
          </a:avLst>
        </a:prstGeom>
      </dgm:spPr>
    </dgm:pt>
    <dgm:pt modelId="{1F6B5CA3-A647-4720-9FEC-94CD17585D5B}" type="pres">
      <dgm:prSet presAssocID="{878E5888-05A9-4CFE-83A2-5052A0BF5AE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84EBCBBF-8E09-4A71-89C8-86B8F8352223}" type="pres">
      <dgm:prSet presAssocID="{878E5888-05A9-4CFE-83A2-5052A0BF5AEE}" presName="spaceRect" presStyleCnt="0"/>
      <dgm:spPr/>
    </dgm:pt>
    <dgm:pt modelId="{8D44FEE5-1CA9-475E-87C7-23B4300C4B8E}" type="pres">
      <dgm:prSet presAssocID="{878E5888-05A9-4CFE-83A2-5052A0BF5AEE}" presName="textRect" presStyleLbl="revTx" presStyleIdx="1" presStyleCnt="3">
        <dgm:presLayoutVars>
          <dgm:chMax val="1"/>
          <dgm:chPref val="1"/>
        </dgm:presLayoutVars>
      </dgm:prSet>
      <dgm:spPr/>
    </dgm:pt>
    <dgm:pt modelId="{31FE9D22-BBD6-45E3-966D-013E375C801F}" type="pres">
      <dgm:prSet presAssocID="{90D80D2C-A477-47F8-A6CB-5D78BB1F7F3E}" presName="sibTrans" presStyleCnt="0"/>
      <dgm:spPr/>
    </dgm:pt>
    <dgm:pt modelId="{AB0C956C-7D75-4990-8B68-7C54504C7065}" type="pres">
      <dgm:prSet presAssocID="{AE0A8200-F2AB-408F-BB27-6A71511FBB53}" presName="compNode" presStyleCnt="0"/>
      <dgm:spPr/>
    </dgm:pt>
    <dgm:pt modelId="{A9EB0D5C-855C-4988-ABE4-8F3F5D45DFB4}" type="pres">
      <dgm:prSet presAssocID="{AE0A8200-F2AB-408F-BB27-6A71511FBB53}" presName="iconBgRect" presStyleLbl="bgShp" presStyleIdx="2" presStyleCnt="3"/>
      <dgm:spPr>
        <a:prstGeom prst="round2DiagRect">
          <a:avLst>
            <a:gd name="adj1" fmla="val 29727"/>
            <a:gd name="adj2" fmla="val 0"/>
          </a:avLst>
        </a:prstGeom>
      </dgm:spPr>
    </dgm:pt>
    <dgm:pt modelId="{9B23B22C-3B58-4902-BF30-4E331049FEC0}" type="pres">
      <dgm:prSet presAssocID="{AE0A8200-F2AB-408F-BB27-6A71511FBB53}"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atabase"/>
        </a:ext>
      </dgm:extLst>
    </dgm:pt>
    <dgm:pt modelId="{E0F9401D-5EAB-4063-A469-BF9A87F929B0}" type="pres">
      <dgm:prSet presAssocID="{AE0A8200-F2AB-408F-BB27-6A71511FBB53}" presName="spaceRect" presStyleCnt="0"/>
      <dgm:spPr/>
    </dgm:pt>
    <dgm:pt modelId="{8AF426D8-8E91-44D3-8B88-A54D56864B3C}" type="pres">
      <dgm:prSet presAssocID="{AE0A8200-F2AB-408F-BB27-6A71511FBB53}" presName="textRect" presStyleLbl="revTx" presStyleIdx="2" presStyleCnt="3">
        <dgm:presLayoutVars>
          <dgm:chMax val="1"/>
          <dgm:chPref val="1"/>
        </dgm:presLayoutVars>
      </dgm:prSet>
      <dgm:spPr/>
    </dgm:pt>
  </dgm:ptLst>
  <dgm:cxnLst>
    <dgm:cxn modelId="{34FBE810-F263-47AB-825E-D67EE009B6BD}" type="presOf" srcId="{A8784111-B965-41BB-A27A-9B03C270FBE3}" destId="{14445146-0836-46C4-B922-B4D130D69ED0}" srcOrd="0" destOrd="0" presId="urn:microsoft.com/office/officeart/2018/5/layout/IconLeafLabelList"/>
    <dgm:cxn modelId="{9D467B12-FD82-4320-B39F-18CDB6B8713B}" type="presOf" srcId="{3C4C3B10-66EF-4B86-821F-A531001E1450}" destId="{BC12F256-9045-49AF-AC5D-8FE3F8660ADD}" srcOrd="0" destOrd="0" presId="urn:microsoft.com/office/officeart/2018/5/layout/IconLeafLabelList"/>
    <dgm:cxn modelId="{E17C0E16-5C32-4651-B4F0-40AF81DF7AEF}" type="presOf" srcId="{878E5888-05A9-4CFE-83A2-5052A0BF5AEE}" destId="{8D44FEE5-1CA9-475E-87C7-23B4300C4B8E}" srcOrd="0" destOrd="0" presId="urn:microsoft.com/office/officeart/2018/5/layout/IconLeafLabelList"/>
    <dgm:cxn modelId="{4341171D-CAC1-4035-BA4B-BF3EBF17D4C0}" srcId="{3C4C3B10-66EF-4B86-821F-A531001E1450}" destId="{AE0A8200-F2AB-408F-BB27-6A71511FBB53}" srcOrd="2" destOrd="0" parTransId="{01157BBB-1610-43E7-9D67-9585F74A9492}" sibTransId="{A171EBD9-4E6F-434C-B66D-093523EF819A}"/>
    <dgm:cxn modelId="{00AA3DB8-BFE3-42C2-BCAB-822BF77DB571}" srcId="{3C4C3B10-66EF-4B86-821F-A531001E1450}" destId="{A8784111-B965-41BB-A27A-9B03C270FBE3}" srcOrd="0" destOrd="0" parTransId="{C31742F8-8A04-4548-98C4-576049C7854D}" sibTransId="{27AADD39-FAB8-477C-AFC5-22FA5CF48020}"/>
    <dgm:cxn modelId="{3E2E86EA-4089-4297-BA91-FF9F0DB70FA0}" type="presOf" srcId="{AE0A8200-F2AB-408F-BB27-6A71511FBB53}" destId="{8AF426D8-8E91-44D3-8B88-A54D56864B3C}" srcOrd="0" destOrd="0" presId="urn:microsoft.com/office/officeart/2018/5/layout/IconLeafLabelList"/>
    <dgm:cxn modelId="{207BCDEE-0588-4114-991E-6FD0D33EE5A6}" srcId="{3C4C3B10-66EF-4B86-821F-A531001E1450}" destId="{878E5888-05A9-4CFE-83A2-5052A0BF5AEE}" srcOrd="1" destOrd="0" parTransId="{1A6FFF31-2957-4E17-A884-D9048CFEF66A}" sibTransId="{90D80D2C-A477-47F8-A6CB-5D78BB1F7F3E}"/>
    <dgm:cxn modelId="{415E4009-CB1A-4D5F-A381-FDCC58A5A06F}" type="presParOf" srcId="{BC12F256-9045-49AF-AC5D-8FE3F8660ADD}" destId="{77AB0326-7799-4C6F-A5AD-D3613ACF80DF}" srcOrd="0" destOrd="0" presId="urn:microsoft.com/office/officeart/2018/5/layout/IconLeafLabelList"/>
    <dgm:cxn modelId="{155F2E40-9B24-402C-B24D-7A5582D90BDC}" type="presParOf" srcId="{77AB0326-7799-4C6F-A5AD-D3613ACF80DF}" destId="{F386F7D6-61A6-49A7-9AA6-1E599C0FCD88}" srcOrd="0" destOrd="0" presId="urn:microsoft.com/office/officeart/2018/5/layout/IconLeafLabelList"/>
    <dgm:cxn modelId="{A4B8ED0E-2421-4ACC-8A54-369255C5D51F}" type="presParOf" srcId="{77AB0326-7799-4C6F-A5AD-D3613ACF80DF}" destId="{9E5489C3-0ADD-457C-84FE-3ED39C938B84}" srcOrd="1" destOrd="0" presId="urn:microsoft.com/office/officeart/2018/5/layout/IconLeafLabelList"/>
    <dgm:cxn modelId="{BADBACE2-FB11-46AE-BE9B-ECEE99990EC4}" type="presParOf" srcId="{77AB0326-7799-4C6F-A5AD-D3613ACF80DF}" destId="{18751BCA-5461-4C7E-A3E4-EE8F19B66221}" srcOrd="2" destOrd="0" presId="urn:microsoft.com/office/officeart/2018/5/layout/IconLeafLabelList"/>
    <dgm:cxn modelId="{62817639-D9FF-42E3-844E-9BB0B5C96161}" type="presParOf" srcId="{77AB0326-7799-4C6F-A5AD-D3613ACF80DF}" destId="{14445146-0836-46C4-B922-B4D130D69ED0}" srcOrd="3" destOrd="0" presId="urn:microsoft.com/office/officeart/2018/5/layout/IconLeafLabelList"/>
    <dgm:cxn modelId="{CFD5B90E-7FE0-433E-A902-73F7EC12142B}" type="presParOf" srcId="{BC12F256-9045-49AF-AC5D-8FE3F8660ADD}" destId="{CB1C395B-81C6-4EDE-929F-894E19068FC2}" srcOrd="1" destOrd="0" presId="urn:microsoft.com/office/officeart/2018/5/layout/IconLeafLabelList"/>
    <dgm:cxn modelId="{AC626F01-DEAF-47DD-AA2C-741B7C7C5B27}" type="presParOf" srcId="{BC12F256-9045-49AF-AC5D-8FE3F8660ADD}" destId="{E9F6FF87-98A9-4FBA-B117-28D4C64E7AE2}" srcOrd="2" destOrd="0" presId="urn:microsoft.com/office/officeart/2018/5/layout/IconLeafLabelList"/>
    <dgm:cxn modelId="{AAE35E14-38B2-4D5A-9FB7-B3848A454B79}" type="presParOf" srcId="{E9F6FF87-98A9-4FBA-B117-28D4C64E7AE2}" destId="{94BFEF00-33D7-41CC-873F-D6D3CA725667}" srcOrd="0" destOrd="0" presId="urn:microsoft.com/office/officeart/2018/5/layout/IconLeafLabelList"/>
    <dgm:cxn modelId="{937970E1-B3EE-4AAA-ACAD-980B3D486789}" type="presParOf" srcId="{E9F6FF87-98A9-4FBA-B117-28D4C64E7AE2}" destId="{1F6B5CA3-A647-4720-9FEC-94CD17585D5B}" srcOrd="1" destOrd="0" presId="urn:microsoft.com/office/officeart/2018/5/layout/IconLeafLabelList"/>
    <dgm:cxn modelId="{4C11B866-57FF-4190-B2CF-DF46B153CB29}" type="presParOf" srcId="{E9F6FF87-98A9-4FBA-B117-28D4C64E7AE2}" destId="{84EBCBBF-8E09-4A71-89C8-86B8F8352223}" srcOrd="2" destOrd="0" presId="urn:microsoft.com/office/officeart/2018/5/layout/IconLeafLabelList"/>
    <dgm:cxn modelId="{A56419DC-7852-44AE-AB0B-4E1C350B89C4}" type="presParOf" srcId="{E9F6FF87-98A9-4FBA-B117-28D4C64E7AE2}" destId="{8D44FEE5-1CA9-475E-87C7-23B4300C4B8E}" srcOrd="3" destOrd="0" presId="urn:microsoft.com/office/officeart/2018/5/layout/IconLeafLabelList"/>
    <dgm:cxn modelId="{16E335D5-5BF9-4C5C-A59C-CFAAA028FCA9}" type="presParOf" srcId="{BC12F256-9045-49AF-AC5D-8FE3F8660ADD}" destId="{31FE9D22-BBD6-45E3-966D-013E375C801F}" srcOrd="3" destOrd="0" presId="urn:microsoft.com/office/officeart/2018/5/layout/IconLeafLabelList"/>
    <dgm:cxn modelId="{A7E22C2B-C0DF-445E-ADB8-453B6B8A20CB}" type="presParOf" srcId="{BC12F256-9045-49AF-AC5D-8FE3F8660ADD}" destId="{AB0C956C-7D75-4990-8B68-7C54504C7065}" srcOrd="4" destOrd="0" presId="urn:microsoft.com/office/officeart/2018/5/layout/IconLeafLabelList"/>
    <dgm:cxn modelId="{37DBEA71-6A91-4B8D-8F7B-F36EBE008A2A}" type="presParOf" srcId="{AB0C956C-7D75-4990-8B68-7C54504C7065}" destId="{A9EB0D5C-855C-4988-ABE4-8F3F5D45DFB4}" srcOrd="0" destOrd="0" presId="urn:microsoft.com/office/officeart/2018/5/layout/IconLeafLabelList"/>
    <dgm:cxn modelId="{5CA00E27-F14B-4B41-B39C-4BCE38C5554A}" type="presParOf" srcId="{AB0C956C-7D75-4990-8B68-7C54504C7065}" destId="{9B23B22C-3B58-4902-BF30-4E331049FEC0}" srcOrd="1" destOrd="0" presId="urn:microsoft.com/office/officeart/2018/5/layout/IconLeafLabelList"/>
    <dgm:cxn modelId="{8BB0E979-9843-4FA8-B9D2-0561E7C1DAED}" type="presParOf" srcId="{AB0C956C-7D75-4990-8B68-7C54504C7065}" destId="{E0F9401D-5EAB-4063-A469-BF9A87F929B0}" srcOrd="2" destOrd="0" presId="urn:microsoft.com/office/officeart/2018/5/layout/IconLeafLabelList"/>
    <dgm:cxn modelId="{2564D374-2F24-419F-AD5F-632F4C2DC44E}" type="presParOf" srcId="{AB0C956C-7D75-4990-8B68-7C54504C7065}" destId="{8AF426D8-8E91-44D3-8B88-A54D56864B3C}"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F2319C-F8C7-4220-9C6A-7D15D3D2BCA7}">
      <dsp:nvSpPr>
        <dsp:cNvPr id="0" name=""/>
        <dsp:cNvSpPr/>
      </dsp:nvSpPr>
      <dsp:spPr>
        <a:xfrm>
          <a:off x="562927" y="788206"/>
          <a:ext cx="1445998" cy="144599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D3493A-13FC-4A01-808E-073A35D3D6A7}">
      <dsp:nvSpPr>
        <dsp:cNvPr id="0" name=""/>
        <dsp:cNvSpPr/>
      </dsp:nvSpPr>
      <dsp:spPr>
        <a:xfrm>
          <a:off x="87109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3BB30A2-41C6-4FAA-921A-31858291BADD}">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dirty="0"/>
            <a:t>Improve an existing chatbot </a:t>
          </a:r>
        </a:p>
      </dsp:txBody>
      <dsp:txXfrm>
        <a:off x="100682" y="2684598"/>
        <a:ext cx="2370489" cy="720000"/>
      </dsp:txXfrm>
    </dsp:sp>
    <dsp:sp modelId="{7583F098-A1FA-48B8-A027-0A6B7058A80A}">
      <dsp:nvSpPr>
        <dsp:cNvPr id="0" name=""/>
        <dsp:cNvSpPr/>
      </dsp:nvSpPr>
      <dsp:spPr>
        <a:xfrm>
          <a:off x="3348252" y="788206"/>
          <a:ext cx="1445998" cy="1445998"/>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970F7E-C400-4A06-84FB-0D84CA847671}">
      <dsp:nvSpPr>
        <dsp:cNvPr id="0" name=""/>
        <dsp:cNvSpPr/>
      </dsp:nvSpPr>
      <dsp:spPr>
        <a:xfrm>
          <a:off x="365641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6F8E777-9EF0-4B07-AAFE-5C3D6B92FC98}">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dirty="0"/>
            <a:t>Make it easier to use </a:t>
          </a:r>
        </a:p>
      </dsp:txBody>
      <dsp:txXfrm>
        <a:off x="2886007" y="2684598"/>
        <a:ext cx="2370489" cy="720000"/>
      </dsp:txXfrm>
    </dsp:sp>
    <dsp:sp modelId="{F77D6F34-E4D6-465A-8039-948E77B150B4}">
      <dsp:nvSpPr>
        <dsp:cNvPr id="0" name=""/>
        <dsp:cNvSpPr/>
      </dsp:nvSpPr>
      <dsp:spPr>
        <a:xfrm>
          <a:off x="6133577" y="788206"/>
          <a:ext cx="1445998" cy="1445998"/>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7267D9-3D51-400C-9231-FABC9AFEE622}">
      <dsp:nvSpPr>
        <dsp:cNvPr id="0" name=""/>
        <dsp:cNvSpPr/>
      </dsp:nvSpPr>
      <dsp:spPr>
        <a:xfrm>
          <a:off x="644174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418E698-2573-419A-934E-3631F58E62FE}">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Provide better answers </a:t>
          </a:r>
        </a:p>
      </dsp:txBody>
      <dsp:txXfrm>
        <a:off x="5671332" y="2684598"/>
        <a:ext cx="2370489" cy="720000"/>
      </dsp:txXfrm>
    </dsp:sp>
    <dsp:sp modelId="{B77A7697-F7F2-4700-B78D-F309479D76C2}">
      <dsp:nvSpPr>
        <dsp:cNvPr id="0" name=""/>
        <dsp:cNvSpPr/>
      </dsp:nvSpPr>
      <dsp:spPr>
        <a:xfrm>
          <a:off x="8918902" y="788206"/>
          <a:ext cx="1445998" cy="1445998"/>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54AB35-F2A4-47C3-98CA-14B635FA8093}">
      <dsp:nvSpPr>
        <dsp:cNvPr id="0" name=""/>
        <dsp:cNvSpPr/>
      </dsp:nvSpPr>
      <dsp:spPr>
        <a:xfrm>
          <a:off x="922706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1C5EBF3-5934-447F-9356-4A697938C871}">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Help students faster</a:t>
          </a:r>
        </a:p>
      </dsp:txBody>
      <dsp:txXfrm>
        <a:off x="8456657" y="2684598"/>
        <a:ext cx="237048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6F7D6-61A6-49A7-9AA6-1E599C0FCD88}">
      <dsp:nvSpPr>
        <dsp:cNvPr id="0" name=""/>
        <dsp:cNvSpPr/>
      </dsp:nvSpPr>
      <dsp:spPr>
        <a:xfrm>
          <a:off x="551905" y="568218"/>
          <a:ext cx="1544062" cy="1544062"/>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5489C3-0ADD-457C-84FE-3ED39C938B84}">
      <dsp:nvSpPr>
        <dsp:cNvPr id="0" name=""/>
        <dsp:cNvSpPr/>
      </dsp:nvSpPr>
      <dsp:spPr>
        <a:xfrm>
          <a:off x="880968" y="897281"/>
          <a:ext cx="885937" cy="8859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4445146-0836-46C4-B922-B4D130D69ED0}">
      <dsp:nvSpPr>
        <dsp:cNvPr id="0" name=""/>
        <dsp:cNvSpPr/>
      </dsp:nvSpPr>
      <dsp:spPr>
        <a:xfrm>
          <a:off x="58312" y="2593218"/>
          <a:ext cx="253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r>
            <a:rPr lang="en-US" sz="4000" kern="1200" dirty="0">
              <a:solidFill>
                <a:schemeClr val="accent2"/>
              </a:solidFill>
            </a:rPr>
            <a:t>Interface</a:t>
          </a:r>
        </a:p>
      </dsp:txBody>
      <dsp:txXfrm>
        <a:off x="58312" y="2593218"/>
        <a:ext cx="2531250" cy="720000"/>
      </dsp:txXfrm>
    </dsp:sp>
    <dsp:sp modelId="{94BFEF00-33D7-41CC-873F-D6D3CA725667}">
      <dsp:nvSpPr>
        <dsp:cNvPr id="0" name=""/>
        <dsp:cNvSpPr/>
      </dsp:nvSpPr>
      <dsp:spPr>
        <a:xfrm>
          <a:off x="3526124" y="568218"/>
          <a:ext cx="1544062" cy="1544062"/>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6B5CA3-A647-4720-9FEC-94CD17585D5B}">
      <dsp:nvSpPr>
        <dsp:cNvPr id="0" name=""/>
        <dsp:cNvSpPr/>
      </dsp:nvSpPr>
      <dsp:spPr>
        <a:xfrm>
          <a:off x="3855187" y="897281"/>
          <a:ext cx="885937" cy="8859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D44FEE5-1CA9-475E-87C7-23B4300C4B8E}">
      <dsp:nvSpPr>
        <dsp:cNvPr id="0" name=""/>
        <dsp:cNvSpPr/>
      </dsp:nvSpPr>
      <dsp:spPr>
        <a:xfrm>
          <a:off x="3032531" y="2593218"/>
          <a:ext cx="253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r>
            <a:rPr lang="en-US" sz="4000" kern="1200" dirty="0">
              <a:solidFill>
                <a:schemeClr val="accent3"/>
              </a:solidFill>
            </a:rPr>
            <a:t>Logic</a:t>
          </a:r>
          <a:r>
            <a:rPr lang="en-US" sz="4000" kern="1200" dirty="0"/>
            <a:t> </a:t>
          </a:r>
        </a:p>
      </dsp:txBody>
      <dsp:txXfrm>
        <a:off x="3032531" y="2593218"/>
        <a:ext cx="2531250" cy="720000"/>
      </dsp:txXfrm>
    </dsp:sp>
    <dsp:sp modelId="{A9EB0D5C-855C-4988-ABE4-8F3F5D45DFB4}">
      <dsp:nvSpPr>
        <dsp:cNvPr id="0" name=""/>
        <dsp:cNvSpPr/>
      </dsp:nvSpPr>
      <dsp:spPr>
        <a:xfrm>
          <a:off x="6500343" y="568218"/>
          <a:ext cx="1544062" cy="1544062"/>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23B22C-3B58-4902-BF30-4E331049FEC0}">
      <dsp:nvSpPr>
        <dsp:cNvPr id="0" name=""/>
        <dsp:cNvSpPr/>
      </dsp:nvSpPr>
      <dsp:spPr>
        <a:xfrm>
          <a:off x="6829406" y="897281"/>
          <a:ext cx="885937" cy="8859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F426D8-8E91-44D3-8B88-A54D56864B3C}">
      <dsp:nvSpPr>
        <dsp:cNvPr id="0" name=""/>
        <dsp:cNvSpPr/>
      </dsp:nvSpPr>
      <dsp:spPr>
        <a:xfrm>
          <a:off x="6006749" y="2593218"/>
          <a:ext cx="253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778000">
            <a:lnSpc>
              <a:spcPct val="100000"/>
            </a:lnSpc>
            <a:spcBef>
              <a:spcPct val="0"/>
            </a:spcBef>
            <a:spcAft>
              <a:spcPct val="35000"/>
            </a:spcAft>
            <a:buNone/>
            <a:defRPr cap="all"/>
          </a:pPr>
          <a:r>
            <a:rPr lang="en-US" sz="4000" kern="1200" dirty="0">
              <a:solidFill>
                <a:schemeClr val="accent4"/>
              </a:solidFill>
            </a:rPr>
            <a:t>Database</a:t>
          </a:r>
        </a:p>
      </dsp:txBody>
      <dsp:txXfrm>
        <a:off x="6006749" y="2593218"/>
        <a:ext cx="25312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01A1EB-402D-42F3-BE18-A75348EBB4F2}" type="datetimeFigureOut">
              <a:rPr lang="en-US" smtClean="0"/>
              <a:t>5/2/2026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44E692-FB21-4E4B-AC1B-35B43607038A}" type="slidenum">
              <a:rPr lang="en-US" smtClean="0"/>
              <a:t>‹#›</a:t>
            </a:fld>
            <a:endParaRPr lang="en-US"/>
          </a:p>
        </p:txBody>
      </p:sp>
    </p:spTree>
    <p:extLst>
      <p:ext uri="{BB962C8B-B14F-4D97-AF65-F5344CB8AC3E}">
        <p14:creationId xmlns:p14="http://schemas.microsoft.com/office/powerpoint/2010/main" val="3403850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44E692-FB21-4E4B-AC1B-35B43607038A}" type="slidenum">
              <a:rPr lang="en-US" smtClean="0"/>
              <a:t>1</a:t>
            </a:fld>
            <a:endParaRPr lang="en-US"/>
          </a:p>
        </p:txBody>
      </p:sp>
    </p:spTree>
    <p:extLst>
      <p:ext uri="{BB962C8B-B14F-4D97-AF65-F5344CB8AC3E}">
        <p14:creationId xmlns:p14="http://schemas.microsoft.com/office/powerpoint/2010/main" val="2757644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456804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3618669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1645101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35B8AC-0056-482D-9255-03FA3C69EB3B}"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289372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35B8AC-0056-482D-9255-03FA3C69EB3B}"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2297065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35B8AC-0056-482D-9255-03FA3C69EB3B}"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3565410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35B8AC-0056-482D-9255-03FA3C69EB3B}"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3599420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35B8AC-0056-482D-9255-03FA3C69EB3B}"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2686538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35B8AC-0056-482D-9255-03FA3C69EB3B}"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1523852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3915775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283017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1599340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652680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2785446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30719709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35B8AC-0056-482D-9255-03FA3C69EB3B}"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CCCEFE-53CC-4A1C-A38B-E49DA4F521B1}" type="slidenum">
              <a:rPr lang="en-US" smtClean="0"/>
              <a:t>‹#›</a:t>
            </a:fld>
            <a:endParaRPr lang="en-US"/>
          </a:p>
        </p:txBody>
      </p:sp>
    </p:spTree>
    <p:extLst>
      <p:ext uri="{BB962C8B-B14F-4D97-AF65-F5344CB8AC3E}">
        <p14:creationId xmlns:p14="http://schemas.microsoft.com/office/powerpoint/2010/main" val="2102413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335B8AC-0056-482D-9255-03FA3C69EB3B}" type="datetimeFigureOut">
              <a:rPr lang="en-US" smtClean="0"/>
              <a:t>5/2/2026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FCCCEFE-53CC-4A1C-A38B-E49DA4F521B1}" type="slidenum">
              <a:rPr lang="en-US" smtClean="0"/>
              <a:t>‹#›</a:t>
            </a:fld>
            <a:endParaRPr lang="en-US"/>
          </a:p>
        </p:txBody>
      </p:sp>
    </p:spTree>
    <p:extLst>
      <p:ext uri="{BB962C8B-B14F-4D97-AF65-F5344CB8AC3E}">
        <p14:creationId xmlns:p14="http://schemas.microsoft.com/office/powerpoint/2010/main" val="359870776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01_3DD4B7F0.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02_338B4B08.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103_68D9A2EF.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05_1091312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ivybot.onrender.com/" TargetMode="External"/><Relationship Id="rId2" Type="http://schemas.microsoft.com/office/2018/10/relationships/comments" Target="../comments/modernComment_106_735810BA.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microsoft.com/office/2018/10/relationships/comments" Target="../comments/modernComment_107_CC3E8A4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08_FF9040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microsoft.com/office/2018/10/relationships/comments" Target="../comments/modernComment_109_BF598FDF.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microsoft.com/office/2018/10/relationships/comments" Target="../comments/modernComment_10A_CA6150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microsoft.com/office/2018/10/relationships/comments" Target="../comments/modernComment_10B_8E12EE2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microsoft.com/office/2018/10/relationships/comments" Target="../comments/modernComment_111_1157AA6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svg"/><Relationship Id="rId2" Type="http://schemas.microsoft.com/office/2018/10/relationships/comments" Target="../comments/modernComment_10E_ED53368E.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microsoft.com/office/2018/10/relationships/comments" Target="../comments/modernComment_10F_2D5FBA1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microsoft.com/office/2018/10/relationships/comments" Target="../comments/modernComment_112_BDB5F77B.xml"/><Relationship Id="rId1" Type="http://schemas.openxmlformats.org/officeDocument/2006/relationships/slideLayout" Target="../slideLayouts/slideLayout2.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7BDE7-EFD1-65B4-867A-A92D1F75D7CB}"/>
              </a:ext>
            </a:extLst>
          </p:cNvPr>
          <p:cNvSpPr>
            <a:spLocks noGrp="1"/>
          </p:cNvSpPr>
          <p:nvPr>
            <p:ph type="ctrTitle"/>
          </p:nvPr>
        </p:nvSpPr>
        <p:spPr>
          <a:xfrm>
            <a:off x="2147321" y="1064662"/>
            <a:ext cx="6317064" cy="1986116"/>
          </a:xfrm>
        </p:spPr>
        <p:txBody>
          <a:bodyPr/>
          <a:lstStyle/>
          <a:p>
            <a:r>
              <a:rPr lang="en-US" dirty="0">
                <a:solidFill>
                  <a:schemeClr val="accent2">
                    <a:lumMod val="75000"/>
                  </a:schemeClr>
                </a:solidFill>
              </a:rPr>
              <a:t>Chatbot Project </a:t>
            </a:r>
          </a:p>
        </p:txBody>
      </p:sp>
      <p:sp>
        <p:nvSpPr>
          <p:cNvPr id="3" name="Subtitle 2">
            <a:extLst>
              <a:ext uri="{FF2B5EF4-FFF2-40B4-BE49-F238E27FC236}">
                <a16:creationId xmlns:a16="http://schemas.microsoft.com/office/drawing/2014/main" id="{52F315AA-8FC1-25A5-AF27-B7BAE5BFB8F6}"/>
              </a:ext>
            </a:extLst>
          </p:cNvPr>
          <p:cNvSpPr>
            <a:spLocks noGrp="1"/>
          </p:cNvSpPr>
          <p:nvPr>
            <p:ph type="subTitle" idx="1"/>
          </p:nvPr>
        </p:nvSpPr>
        <p:spPr>
          <a:xfrm>
            <a:off x="10520516" y="4591666"/>
            <a:ext cx="2379406" cy="2112706"/>
          </a:xfrm>
        </p:spPr>
        <p:txBody>
          <a:bodyPr>
            <a:normAutofit fontScale="92500" lnSpcReduction="10000"/>
          </a:bodyPr>
          <a:lstStyle/>
          <a:p>
            <a:endParaRPr lang="en-US" dirty="0">
              <a:solidFill>
                <a:schemeClr val="accent2"/>
              </a:solidFill>
            </a:endParaRPr>
          </a:p>
          <a:p>
            <a:pPr algn="l"/>
            <a:r>
              <a:rPr lang="en-US" sz="2100" b="1" dirty="0">
                <a:solidFill>
                  <a:schemeClr val="bg1"/>
                </a:solidFill>
                <a:latin typeface="Aptos" panose="020B0004020202020204" pitchFamily="34" charset="0"/>
              </a:rPr>
              <a:t>Green Team:</a:t>
            </a:r>
          </a:p>
          <a:p>
            <a:pPr algn="l"/>
            <a:r>
              <a:rPr lang="en-US" sz="1500" b="1" dirty="0">
                <a:solidFill>
                  <a:schemeClr val="bg1"/>
                </a:solidFill>
                <a:latin typeface="Aptos SemiBold" panose="020F0502020204030204" pitchFamily="34" charset="0"/>
              </a:rPr>
              <a:t>Gislaine Azevedo</a:t>
            </a:r>
          </a:p>
          <a:p>
            <a:pPr algn="l"/>
            <a:r>
              <a:rPr lang="en-US" sz="1500" b="1" dirty="0">
                <a:solidFill>
                  <a:schemeClr val="bg1"/>
                </a:solidFill>
                <a:latin typeface="Aptos SemiBold" panose="020F0502020204030204" pitchFamily="34" charset="0"/>
              </a:rPr>
              <a:t>Zachary Thomas</a:t>
            </a:r>
          </a:p>
          <a:p>
            <a:pPr algn="l"/>
            <a:r>
              <a:rPr lang="en-US" sz="1500" b="1" dirty="0">
                <a:solidFill>
                  <a:schemeClr val="bg1"/>
                </a:solidFill>
                <a:latin typeface="Aptos SemiBold" panose="020F0502020204030204" pitchFamily="34" charset="0"/>
              </a:rPr>
              <a:t>Kirnechla Davis</a:t>
            </a:r>
          </a:p>
          <a:p>
            <a:pPr algn="l"/>
            <a:r>
              <a:rPr lang="en-US" sz="1500" b="1" dirty="0">
                <a:solidFill>
                  <a:schemeClr val="bg1"/>
                </a:solidFill>
                <a:latin typeface="Aptos SemiBold" panose="020F0502020204030204" pitchFamily="34" charset="0"/>
              </a:rPr>
              <a:t>Kipp Shinabarger</a:t>
            </a:r>
          </a:p>
          <a:p>
            <a:endParaRPr lang="en-US" sz="1500" dirty="0">
              <a:solidFill>
                <a:schemeClr val="accent2"/>
              </a:solidFill>
            </a:endParaRPr>
          </a:p>
          <a:p>
            <a:endParaRPr lang="en-US" sz="1500" dirty="0">
              <a:solidFill>
                <a:schemeClr val="accent6"/>
              </a:solidFill>
            </a:endParaRPr>
          </a:p>
        </p:txBody>
      </p:sp>
      <p:sp>
        <p:nvSpPr>
          <p:cNvPr id="6" name="TextBox 5">
            <a:extLst>
              <a:ext uri="{FF2B5EF4-FFF2-40B4-BE49-F238E27FC236}">
                <a16:creationId xmlns:a16="http://schemas.microsoft.com/office/drawing/2014/main" id="{FAA5FF29-58B6-36D2-1DC4-1E7076031179}"/>
              </a:ext>
            </a:extLst>
          </p:cNvPr>
          <p:cNvSpPr txBox="1"/>
          <p:nvPr/>
        </p:nvSpPr>
        <p:spPr>
          <a:xfrm>
            <a:off x="5040301" y="3429000"/>
            <a:ext cx="3237271" cy="646331"/>
          </a:xfrm>
          <a:prstGeom prst="rect">
            <a:avLst/>
          </a:prstGeom>
          <a:noFill/>
        </p:spPr>
        <p:txBody>
          <a:bodyPr wrap="square">
            <a:spAutoFit/>
          </a:bodyPr>
          <a:lstStyle/>
          <a:p>
            <a:pPr algn="just"/>
            <a:r>
              <a:rPr lang="en-US" dirty="0">
                <a:solidFill>
                  <a:schemeClr val="accent2"/>
                </a:solidFill>
              </a:rPr>
              <a:t>   SDEV 265 </a:t>
            </a:r>
          </a:p>
          <a:p>
            <a:pPr algn="just"/>
            <a:r>
              <a:rPr lang="en-US" dirty="0">
                <a:solidFill>
                  <a:schemeClr val="accent2"/>
                </a:solidFill>
              </a:rPr>
              <a:t>Steve Carver</a:t>
            </a:r>
          </a:p>
        </p:txBody>
      </p:sp>
    </p:spTree>
    <p:extLst>
      <p:ext uri="{BB962C8B-B14F-4D97-AF65-F5344CB8AC3E}">
        <p14:creationId xmlns:p14="http://schemas.microsoft.com/office/powerpoint/2010/main" val="1604047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0B27-F8FA-9D21-A1F1-40075AA2F354}"/>
              </a:ext>
            </a:extLst>
          </p:cNvPr>
          <p:cNvSpPr>
            <a:spLocks noGrp="1"/>
          </p:cNvSpPr>
          <p:nvPr>
            <p:ph type="title"/>
          </p:nvPr>
        </p:nvSpPr>
        <p:spPr>
          <a:xfrm>
            <a:off x="640080" y="325369"/>
            <a:ext cx="4368602" cy="1956841"/>
          </a:xfrm>
        </p:spPr>
        <p:txBody>
          <a:bodyPr anchor="b">
            <a:normAutofit/>
          </a:bodyPr>
          <a:lstStyle/>
          <a:p>
            <a:r>
              <a:rPr lang="en-US" sz="5400"/>
              <a:t>What Is a Chatbot?</a:t>
            </a:r>
          </a:p>
        </p:txBody>
      </p:sp>
      <p:sp>
        <p:nvSpPr>
          <p:cNvPr id="3" name="Content Placeholder 2">
            <a:extLst>
              <a:ext uri="{FF2B5EF4-FFF2-40B4-BE49-F238E27FC236}">
                <a16:creationId xmlns:a16="http://schemas.microsoft.com/office/drawing/2014/main" id="{8170FD85-78A1-1D3D-01FD-8189B133AC34}"/>
              </a:ext>
            </a:extLst>
          </p:cNvPr>
          <p:cNvSpPr>
            <a:spLocks noGrp="1"/>
          </p:cNvSpPr>
          <p:nvPr>
            <p:ph idx="1"/>
          </p:nvPr>
        </p:nvSpPr>
        <p:spPr>
          <a:xfrm>
            <a:off x="640080" y="2872899"/>
            <a:ext cx="4243589" cy="3320668"/>
          </a:xfrm>
        </p:spPr>
        <p:txBody>
          <a:bodyPr>
            <a:normAutofit/>
          </a:bodyPr>
          <a:lstStyle/>
          <a:p>
            <a:r>
              <a:rPr lang="en-US" sz="1700"/>
              <a:t>A chatbot is a computer program that:</a:t>
            </a:r>
          </a:p>
          <a:p>
            <a:r>
              <a:rPr lang="en-US" sz="1700"/>
              <a:t>Talks to users through text </a:t>
            </a:r>
          </a:p>
          <a:p>
            <a:r>
              <a:rPr lang="en-US" sz="1700"/>
              <a:t>Answers questions automatically </a:t>
            </a:r>
          </a:p>
          <a:p>
            <a:r>
              <a:rPr lang="en-US" sz="1700"/>
              <a:t>Helps people find information quickly</a:t>
            </a:r>
          </a:p>
          <a:p>
            <a:pPr marL="0" indent="0">
              <a:buNone/>
            </a:pPr>
            <a:endParaRPr lang="en-US" sz="1700"/>
          </a:p>
          <a:p>
            <a:pPr marL="0" indent="0">
              <a:buNone/>
            </a:pPr>
            <a:r>
              <a:rPr lang="en-US" sz="1700"/>
              <a:t>Example:</a:t>
            </a:r>
          </a:p>
          <a:p>
            <a:pPr marL="0" indent="0">
              <a:buNone/>
            </a:pPr>
            <a:r>
              <a:rPr lang="en-US" sz="1700"/>
              <a:t>You type: </a:t>
            </a:r>
            <a:r>
              <a:rPr lang="en-US" sz="1700" i="1"/>
              <a:t>“Where is the campus?”</a:t>
            </a:r>
            <a:br>
              <a:rPr lang="en-US" sz="1700"/>
            </a:br>
            <a:r>
              <a:rPr lang="en-US" sz="1700"/>
              <a:t>Chatbot replies instantly.</a:t>
            </a:r>
          </a:p>
          <a:p>
            <a:pPr marL="0" indent="0">
              <a:buNone/>
            </a:pPr>
            <a:endParaRPr lang="en-US" sz="1700"/>
          </a:p>
        </p:txBody>
      </p:sp>
      <p:pic>
        <p:nvPicPr>
          <p:cNvPr id="1028" name="Picture 4" descr="Man communicates with chatbot via phone, cartoon vector illustration isolated.">
            <a:extLst>
              <a:ext uri="{FF2B5EF4-FFF2-40B4-BE49-F238E27FC236}">
                <a16:creationId xmlns:a16="http://schemas.microsoft.com/office/drawing/2014/main" id="{3867E5E8-6CF6-9F52-D9B6-B69608E889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3669" y="0"/>
            <a:ext cx="770473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350896"/>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9856F-574C-1D34-D1E9-113341D88D48}"/>
              </a:ext>
            </a:extLst>
          </p:cNvPr>
          <p:cNvSpPr>
            <a:spLocks noGrp="1"/>
          </p:cNvSpPr>
          <p:nvPr>
            <p:ph type="title"/>
          </p:nvPr>
        </p:nvSpPr>
        <p:spPr>
          <a:xfrm>
            <a:off x="841248" y="548640"/>
            <a:ext cx="3600860" cy="5431536"/>
          </a:xfrm>
        </p:spPr>
        <p:txBody>
          <a:bodyPr>
            <a:normAutofit/>
          </a:bodyPr>
          <a:lstStyle/>
          <a:p>
            <a:r>
              <a:rPr lang="en-US" sz="5400"/>
              <a:t>Why This Project?</a:t>
            </a:r>
          </a:p>
        </p:txBody>
      </p:sp>
      <p:sp>
        <p:nvSpPr>
          <p:cNvPr id="3" name="Content Placeholder 2">
            <a:extLst>
              <a:ext uri="{FF2B5EF4-FFF2-40B4-BE49-F238E27FC236}">
                <a16:creationId xmlns:a16="http://schemas.microsoft.com/office/drawing/2014/main" id="{9F54586E-6489-BD81-825C-0C8FB254630C}"/>
              </a:ext>
            </a:extLst>
          </p:cNvPr>
          <p:cNvSpPr>
            <a:spLocks noGrp="1"/>
          </p:cNvSpPr>
          <p:nvPr>
            <p:ph idx="1"/>
          </p:nvPr>
        </p:nvSpPr>
        <p:spPr>
          <a:xfrm>
            <a:off x="4359502" y="548640"/>
            <a:ext cx="6224335" cy="5434987"/>
          </a:xfrm>
        </p:spPr>
        <p:txBody>
          <a:bodyPr anchor="ctr">
            <a:normAutofit/>
          </a:bodyPr>
          <a:lstStyle/>
          <a:p>
            <a:pPr marL="0" indent="0">
              <a:buNone/>
            </a:pPr>
            <a:r>
              <a:rPr lang="en-US" sz="2200" b="1" dirty="0"/>
              <a:t>Students often:</a:t>
            </a:r>
          </a:p>
          <a:p>
            <a:r>
              <a:rPr lang="en-US" sz="2200" dirty="0"/>
              <a:t>Don’t know where to find information </a:t>
            </a:r>
          </a:p>
          <a:p>
            <a:r>
              <a:rPr lang="en-US" sz="2200" dirty="0"/>
              <a:t>Spend time searching the website </a:t>
            </a:r>
          </a:p>
          <a:p>
            <a:r>
              <a:rPr lang="en-US" sz="2200" dirty="0"/>
              <a:t>Ask the same questions repeatedly </a:t>
            </a:r>
          </a:p>
          <a:p>
            <a:endParaRPr lang="en-US" sz="2200" dirty="0"/>
          </a:p>
          <a:p>
            <a:pPr marL="0" indent="0">
              <a:buNone/>
            </a:pPr>
            <a:r>
              <a:rPr lang="en-US" sz="2200" b="1" dirty="0"/>
              <a:t>Our solution</a:t>
            </a:r>
            <a:r>
              <a:rPr lang="en-US" sz="2200" dirty="0"/>
              <a:t>:</a:t>
            </a:r>
            <a:br>
              <a:rPr lang="en-US" sz="2200" dirty="0"/>
            </a:br>
            <a:r>
              <a:rPr lang="en-US" sz="2200" dirty="0"/>
              <a:t>A chatbot that answers questions instantly</a:t>
            </a:r>
          </a:p>
          <a:p>
            <a:pPr marL="0" indent="0">
              <a:buNone/>
            </a:pPr>
            <a:r>
              <a:rPr lang="en-US" sz="2200" dirty="0"/>
              <a:t>Works 24/7</a:t>
            </a:r>
          </a:p>
          <a:p>
            <a:endParaRPr lang="en-US" sz="2200" dirty="0"/>
          </a:p>
        </p:txBody>
      </p:sp>
    </p:spTree>
    <p:extLst>
      <p:ext uri="{BB962C8B-B14F-4D97-AF65-F5344CB8AC3E}">
        <p14:creationId xmlns:p14="http://schemas.microsoft.com/office/powerpoint/2010/main" val="864766728"/>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D822E-00AA-7092-6E80-E6554B69C46E}"/>
              </a:ext>
            </a:extLst>
          </p:cNvPr>
          <p:cNvSpPr>
            <a:spLocks noGrp="1"/>
          </p:cNvSpPr>
          <p:nvPr>
            <p:ph type="title"/>
          </p:nvPr>
        </p:nvSpPr>
        <p:spPr>
          <a:xfrm>
            <a:off x="1527862" y="702826"/>
            <a:ext cx="10044023" cy="877729"/>
          </a:xfrm>
        </p:spPr>
        <p:txBody>
          <a:bodyPr anchor="ctr">
            <a:normAutofit/>
          </a:bodyPr>
          <a:lstStyle/>
          <a:p>
            <a:r>
              <a:rPr lang="en-US" sz="4000" dirty="0">
                <a:solidFill>
                  <a:schemeClr val="accent2"/>
                </a:solidFill>
              </a:rPr>
              <a:t>Project Goal</a:t>
            </a:r>
          </a:p>
        </p:txBody>
      </p:sp>
      <p:graphicFrame>
        <p:nvGraphicFramePr>
          <p:cNvPr id="5" name="Content Placeholder 2">
            <a:extLst>
              <a:ext uri="{FF2B5EF4-FFF2-40B4-BE49-F238E27FC236}">
                <a16:creationId xmlns:a16="http://schemas.microsoft.com/office/drawing/2014/main" id="{E77781C3-E727-445F-53B6-688E7C1A3887}"/>
              </a:ext>
            </a:extLst>
          </p:cNvPr>
          <p:cNvGraphicFramePr>
            <a:graphicFrameLocks noGrp="1"/>
          </p:cNvGraphicFramePr>
          <p:nvPr>
            <p:ph idx="1"/>
            <p:extLst>
              <p:ext uri="{D42A27DB-BD31-4B8C-83A1-F6EECF244321}">
                <p14:modId xmlns:p14="http://schemas.microsoft.com/office/powerpoint/2010/main" val="246101007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909348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F36EB-25C2-2C1B-F81A-C8DD0CB2BB2C}"/>
              </a:ext>
            </a:extLst>
          </p:cNvPr>
          <p:cNvSpPr>
            <a:spLocks noGrp="1"/>
          </p:cNvSpPr>
          <p:nvPr>
            <p:ph type="title"/>
          </p:nvPr>
        </p:nvSpPr>
        <p:spPr>
          <a:xfrm>
            <a:off x="630936" y="639520"/>
            <a:ext cx="3429000" cy="1719072"/>
          </a:xfrm>
        </p:spPr>
        <p:txBody>
          <a:bodyPr anchor="b">
            <a:normAutofit fontScale="90000"/>
          </a:bodyPr>
          <a:lstStyle/>
          <a:p>
            <a:r>
              <a:rPr lang="en-US" sz="5400"/>
              <a:t>How It Works</a:t>
            </a:r>
          </a:p>
        </p:txBody>
      </p:sp>
      <p:sp>
        <p:nvSpPr>
          <p:cNvPr id="3" name="Content Placeholder 2">
            <a:extLst>
              <a:ext uri="{FF2B5EF4-FFF2-40B4-BE49-F238E27FC236}">
                <a16:creationId xmlns:a16="http://schemas.microsoft.com/office/drawing/2014/main" id="{217C847E-7DA3-00BD-CBC2-8AA72AF26C68}"/>
              </a:ext>
            </a:extLst>
          </p:cNvPr>
          <p:cNvSpPr>
            <a:spLocks noGrp="1"/>
          </p:cNvSpPr>
          <p:nvPr>
            <p:ph idx="1"/>
          </p:nvPr>
        </p:nvSpPr>
        <p:spPr>
          <a:xfrm>
            <a:off x="630936" y="2807208"/>
            <a:ext cx="3429000" cy="3410712"/>
          </a:xfrm>
        </p:spPr>
        <p:txBody>
          <a:bodyPr anchor="t">
            <a:normAutofit/>
          </a:bodyPr>
          <a:lstStyle/>
          <a:p>
            <a:pPr marL="0" indent="0">
              <a:buNone/>
            </a:pPr>
            <a:endParaRPr lang="en-US" sz="2200"/>
          </a:p>
          <a:p>
            <a:r>
              <a:rPr lang="en-US" sz="2200"/>
              <a:t>User types a question </a:t>
            </a:r>
          </a:p>
          <a:p>
            <a:r>
              <a:rPr lang="en-US" sz="2200"/>
              <a:t>Chatbot analyzes it </a:t>
            </a:r>
          </a:p>
          <a:p>
            <a:r>
              <a:rPr lang="en-US" sz="2200"/>
              <a:t>Finds the meaning (intent) </a:t>
            </a:r>
          </a:p>
          <a:p>
            <a:r>
              <a:rPr lang="en-US" sz="2200"/>
              <a:t>Sends a response</a:t>
            </a:r>
          </a:p>
          <a:p>
            <a:pPr marL="0" indent="0">
              <a:buNone/>
            </a:pPr>
            <a:endParaRPr lang="en-US" sz="2200"/>
          </a:p>
        </p:txBody>
      </p:sp>
      <p:pic>
        <p:nvPicPr>
          <p:cNvPr id="4" name="image2.png">
            <a:extLst>
              <a:ext uri="{FF2B5EF4-FFF2-40B4-BE49-F238E27FC236}">
                <a16:creationId xmlns:a16="http://schemas.microsoft.com/office/drawing/2014/main" id="{5CDC598A-575F-5CFD-2FC6-87984BF12697}"/>
              </a:ext>
            </a:extLst>
          </p:cNvPr>
          <p:cNvPicPr/>
          <p:nvPr/>
        </p:nvPicPr>
        <p:blipFill>
          <a:blip r:embed="rId3"/>
          <a:stretch>
            <a:fillRect/>
          </a:stretch>
        </p:blipFill>
        <p:spPr>
          <a:xfrm>
            <a:off x="4421276" y="346467"/>
            <a:ext cx="5576834" cy="6165066"/>
          </a:xfrm>
          <a:prstGeom prst="rect">
            <a:avLst/>
          </a:prstGeom>
        </p:spPr>
      </p:pic>
    </p:spTree>
    <p:extLst>
      <p:ext uri="{BB962C8B-B14F-4D97-AF65-F5344CB8AC3E}">
        <p14:creationId xmlns:p14="http://schemas.microsoft.com/office/powerpoint/2010/main" val="277950754"/>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FE0C-EC7B-CFAB-340A-87A724743874}"/>
              </a:ext>
            </a:extLst>
          </p:cNvPr>
          <p:cNvSpPr>
            <a:spLocks noGrp="1"/>
          </p:cNvSpPr>
          <p:nvPr>
            <p:ph type="title"/>
          </p:nvPr>
        </p:nvSpPr>
        <p:spPr>
          <a:xfrm>
            <a:off x="640080" y="4777739"/>
            <a:ext cx="3418990" cy="1412119"/>
          </a:xfrm>
        </p:spPr>
        <p:txBody>
          <a:bodyPr>
            <a:normAutofit/>
          </a:bodyPr>
          <a:lstStyle/>
          <a:p>
            <a:r>
              <a:rPr lang="en-US" sz="4800"/>
              <a:t>Example</a:t>
            </a:r>
          </a:p>
        </p:txBody>
      </p:sp>
      <p:sp>
        <p:nvSpPr>
          <p:cNvPr id="3" name="Content Placeholder 2">
            <a:extLst>
              <a:ext uri="{FF2B5EF4-FFF2-40B4-BE49-F238E27FC236}">
                <a16:creationId xmlns:a16="http://schemas.microsoft.com/office/drawing/2014/main" id="{4F8FA3A7-F686-E4BC-FF58-1743EA389AC8}"/>
              </a:ext>
            </a:extLst>
          </p:cNvPr>
          <p:cNvSpPr>
            <a:spLocks noGrp="1"/>
          </p:cNvSpPr>
          <p:nvPr>
            <p:ph idx="1"/>
          </p:nvPr>
        </p:nvSpPr>
        <p:spPr>
          <a:xfrm>
            <a:off x="4654294" y="4777739"/>
            <a:ext cx="6897626" cy="1399223"/>
          </a:xfrm>
        </p:spPr>
        <p:txBody>
          <a:bodyPr anchor="ctr">
            <a:normAutofit/>
          </a:bodyPr>
          <a:lstStyle/>
          <a:p>
            <a:pPr marL="0" indent="0">
              <a:buNone/>
            </a:pPr>
            <a:r>
              <a:rPr lang="en-US" sz="2200">
                <a:hlinkClick r:id="rId3"/>
              </a:rPr>
              <a:t>https://ivybot.onrender.com/</a:t>
            </a:r>
            <a:endParaRPr lang="en-US" sz="2200"/>
          </a:p>
          <a:p>
            <a:pPr marL="0" indent="0">
              <a:buNone/>
            </a:pPr>
            <a:endParaRPr lang="en-US" sz="2200"/>
          </a:p>
        </p:txBody>
      </p:sp>
      <p:pic>
        <p:nvPicPr>
          <p:cNvPr id="5" name="Picture 4">
            <a:extLst>
              <a:ext uri="{FF2B5EF4-FFF2-40B4-BE49-F238E27FC236}">
                <a16:creationId xmlns:a16="http://schemas.microsoft.com/office/drawing/2014/main" id="{B7331038-CEA0-5FF3-47DA-7D76826F090F}"/>
              </a:ext>
            </a:extLst>
          </p:cNvPr>
          <p:cNvPicPr>
            <a:picLocks noChangeAspect="1"/>
          </p:cNvPicPr>
          <p:nvPr/>
        </p:nvPicPr>
        <p:blipFill>
          <a:blip r:embed="rId4">
            <a:extLst>
              <a:ext uri="{28A0092B-C50C-407E-A947-70E740481C1C}">
                <a14:useLocalDpi xmlns:a14="http://schemas.microsoft.com/office/drawing/2010/main" val="0"/>
              </a:ext>
            </a:extLst>
          </a:blip>
          <a:srcRect t="17827"/>
          <a:stretch>
            <a:fillRect/>
          </a:stretch>
        </p:blipFill>
        <p:spPr>
          <a:xfrm>
            <a:off x="20" y="10"/>
            <a:ext cx="12191980" cy="3999234"/>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Tree>
    <p:extLst>
      <p:ext uri="{BB962C8B-B14F-4D97-AF65-F5344CB8AC3E}">
        <p14:creationId xmlns:p14="http://schemas.microsoft.com/office/powerpoint/2010/main" val="193515129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90A7C-833F-914C-0AC2-77A878B40176}"/>
              </a:ext>
            </a:extLst>
          </p:cNvPr>
          <p:cNvSpPr>
            <a:spLocks noGrp="1"/>
          </p:cNvSpPr>
          <p:nvPr>
            <p:ph type="title"/>
          </p:nvPr>
        </p:nvSpPr>
        <p:spPr>
          <a:xfrm>
            <a:off x="677334" y="609600"/>
            <a:ext cx="8596668" cy="1320800"/>
          </a:xfrm>
        </p:spPr>
        <p:txBody>
          <a:bodyPr>
            <a:normAutofit/>
          </a:bodyPr>
          <a:lstStyle/>
          <a:p>
            <a:r>
              <a:rPr lang="en-US"/>
              <a:t>System Design</a:t>
            </a:r>
          </a:p>
        </p:txBody>
      </p:sp>
      <p:graphicFrame>
        <p:nvGraphicFramePr>
          <p:cNvPr id="5" name="Content Placeholder 2">
            <a:extLst>
              <a:ext uri="{FF2B5EF4-FFF2-40B4-BE49-F238E27FC236}">
                <a16:creationId xmlns:a16="http://schemas.microsoft.com/office/drawing/2014/main" id="{C3A3D84A-AF09-4163-1B8F-4D89F84B9E31}"/>
              </a:ext>
            </a:extLst>
          </p:cNvPr>
          <p:cNvGraphicFramePr>
            <a:graphicFrameLocks noGrp="1"/>
          </p:cNvGraphicFramePr>
          <p:nvPr>
            <p:ph idx="1"/>
            <p:extLst>
              <p:ext uri="{D42A27DB-BD31-4B8C-83A1-F6EECF244321}">
                <p14:modId xmlns:p14="http://schemas.microsoft.com/office/powerpoint/2010/main" val="1534443249"/>
              </p:ext>
            </p:extLst>
          </p:nvPr>
        </p:nvGraphicFramePr>
        <p:xfrm>
          <a:off x="959216" y="1930400"/>
          <a:ext cx="8596312"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6650690"/>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A8E308-BD20-8B04-902C-4D44245FB3DE}"/>
              </a:ext>
            </a:extLst>
          </p:cNvPr>
          <p:cNvSpPr>
            <a:spLocks noGrp="1"/>
          </p:cNvSpPr>
          <p:nvPr>
            <p:ph type="title"/>
          </p:nvPr>
        </p:nvSpPr>
        <p:spPr>
          <a:xfrm>
            <a:off x="1286933" y="609600"/>
            <a:ext cx="10197494" cy="1099457"/>
          </a:xfrm>
        </p:spPr>
        <p:txBody>
          <a:bodyPr vert="horz" lIns="91440" tIns="45720" rIns="91440" bIns="45720" rtlCol="0">
            <a:normAutofit/>
          </a:bodyPr>
          <a:lstStyle/>
          <a:p>
            <a:pPr>
              <a:lnSpc>
                <a:spcPct val="90000"/>
              </a:lnSpc>
            </a:pPr>
            <a:r>
              <a:rPr lang="en-US" b="1" kern="1200">
                <a:latin typeface="+mj-lt"/>
                <a:ea typeface="+mj-ea"/>
                <a:cs typeface="+mj-cs"/>
              </a:rPr>
              <a:t>Team Roles</a:t>
            </a:r>
            <a:br>
              <a:rPr lang="en-US" b="1" kern="1200">
                <a:latin typeface="+mj-lt"/>
                <a:ea typeface="+mj-ea"/>
                <a:cs typeface="+mj-cs"/>
              </a:rPr>
            </a:br>
            <a:endParaRPr lang="en-US" kern="1200">
              <a:latin typeface="+mj-lt"/>
              <a:ea typeface="+mj-ea"/>
              <a:cs typeface="+mj-cs"/>
            </a:endParaRPr>
          </a:p>
        </p:txBody>
      </p:sp>
      <p:sp>
        <p:nvSpPr>
          <p:cNvPr id="7" name="Isosceles Triangle 6">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4" name="Content Placeholder 3">
            <a:extLst>
              <a:ext uri="{FF2B5EF4-FFF2-40B4-BE49-F238E27FC236}">
                <a16:creationId xmlns:a16="http://schemas.microsoft.com/office/drawing/2014/main" id="{0CDEAD18-2FB8-9C2C-9F25-BD6D5A7976E8}"/>
              </a:ext>
            </a:extLst>
          </p:cNvPr>
          <p:cNvGraphicFramePr>
            <a:graphicFrameLocks noGrp="1"/>
          </p:cNvGraphicFramePr>
          <p:nvPr>
            <p:ph idx="1"/>
            <p:extLst>
              <p:ext uri="{D42A27DB-BD31-4B8C-83A1-F6EECF244321}">
                <p14:modId xmlns:p14="http://schemas.microsoft.com/office/powerpoint/2010/main" val="2852100019"/>
              </p:ext>
            </p:extLst>
          </p:nvPr>
        </p:nvGraphicFramePr>
        <p:xfrm>
          <a:off x="2174489" y="1948543"/>
          <a:ext cx="7843022" cy="4093485"/>
        </p:xfrm>
        <a:graphic>
          <a:graphicData uri="http://schemas.openxmlformats.org/drawingml/2006/table">
            <a:tbl>
              <a:tblPr firstRow="1" bandRow="1">
                <a:solidFill>
                  <a:schemeClr val="bg1"/>
                </a:solidFill>
                <a:tableStyleId>{5C22544A-7EE6-4342-B048-85BDC9FD1C3A}</a:tableStyleId>
              </a:tblPr>
              <a:tblGrid>
                <a:gridCol w="2110857">
                  <a:extLst>
                    <a:ext uri="{9D8B030D-6E8A-4147-A177-3AD203B41FA5}">
                      <a16:colId xmlns:a16="http://schemas.microsoft.com/office/drawing/2014/main" val="1972697134"/>
                    </a:ext>
                  </a:extLst>
                </a:gridCol>
                <a:gridCol w="2199406">
                  <a:extLst>
                    <a:ext uri="{9D8B030D-6E8A-4147-A177-3AD203B41FA5}">
                      <a16:colId xmlns:a16="http://schemas.microsoft.com/office/drawing/2014/main" val="1145885813"/>
                    </a:ext>
                  </a:extLst>
                </a:gridCol>
                <a:gridCol w="3532759">
                  <a:extLst>
                    <a:ext uri="{9D8B030D-6E8A-4147-A177-3AD203B41FA5}">
                      <a16:colId xmlns:a16="http://schemas.microsoft.com/office/drawing/2014/main" val="164542724"/>
                    </a:ext>
                  </a:extLst>
                </a:gridCol>
              </a:tblGrid>
              <a:tr h="547101">
                <a:tc>
                  <a:txBody>
                    <a:bodyPr/>
                    <a:lstStyle/>
                    <a:p>
                      <a:pPr marL="0" marR="0">
                        <a:lnSpc>
                          <a:spcPct val="150000"/>
                        </a:lnSpc>
                        <a:spcAft>
                          <a:spcPts val="800"/>
                        </a:spcAft>
                        <a:buNone/>
                      </a:pPr>
                      <a:r>
                        <a:rPr lang="en-US" sz="1500" b="0" cap="none" spc="0">
                          <a:solidFill>
                            <a:schemeClr val="bg1"/>
                          </a:solidFill>
                          <a:effectLst/>
                        </a:rPr>
                        <a:t>Position </a:t>
                      </a:r>
                      <a:endParaRPr lang="en-US" sz="1500" b="0" cap="none" spc="0">
                        <a:solidFill>
                          <a:schemeClr val="bg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accent2"/>
                    </a:solidFill>
                  </a:tcPr>
                </a:tc>
                <a:tc>
                  <a:txBody>
                    <a:bodyPr/>
                    <a:lstStyle/>
                    <a:p>
                      <a:pPr marL="0" marR="0">
                        <a:lnSpc>
                          <a:spcPct val="150000"/>
                        </a:lnSpc>
                        <a:spcAft>
                          <a:spcPts val="800"/>
                        </a:spcAft>
                        <a:buNone/>
                      </a:pPr>
                      <a:r>
                        <a:rPr lang="en-US" sz="1500" b="0" cap="none" spc="0">
                          <a:solidFill>
                            <a:schemeClr val="bg1"/>
                          </a:solidFill>
                          <a:effectLst/>
                        </a:rPr>
                        <a:t>Member</a:t>
                      </a:r>
                      <a:endParaRPr lang="en-US" sz="1500" b="0" cap="none" spc="0">
                        <a:solidFill>
                          <a:schemeClr val="bg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74821" marT="99761" marB="99761" anchor="ctr">
                    <a:lnL w="12700" cmpd="sng">
                      <a:noFill/>
                    </a:lnL>
                    <a:lnR w="12700" cmpd="sng">
                      <a:noFill/>
                    </a:lnR>
                    <a:lnT w="19050" cap="flat" cmpd="sng" algn="ctr">
                      <a:solidFill>
                        <a:schemeClr val="tx1"/>
                      </a:solidFill>
                      <a:prstDash val="solid"/>
                    </a:lnT>
                    <a:lnB w="38100" cmpd="sng">
                      <a:noFill/>
                    </a:lnB>
                    <a:solidFill>
                      <a:schemeClr val="accent2"/>
                    </a:solidFill>
                  </a:tcPr>
                </a:tc>
                <a:tc>
                  <a:txBody>
                    <a:bodyPr/>
                    <a:lstStyle/>
                    <a:p>
                      <a:pPr marL="0" marR="0">
                        <a:lnSpc>
                          <a:spcPct val="150000"/>
                        </a:lnSpc>
                        <a:spcAft>
                          <a:spcPts val="800"/>
                        </a:spcAft>
                        <a:buNone/>
                      </a:pPr>
                      <a:r>
                        <a:rPr lang="en-US" sz="1500" b="0" cap="none" spc="0">
                          <a:solidFill>
                            <a:schemeClr val="bg1"/>
                          </a:solidFill>
                          <a:effectLst/>
                        </a:rPr>
                        <a:t>Description </a:t>
                      </a:r>
                      <a:endParaRPr lang="en-US" sz="1500" b="0" cap="none" spc="0">
                        <a:solidFill>
                          <a:schemeClr val="bg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nchor="ctr">
                    <a:lnL w="12700" cmpd="sng">
                      <a:noFill/>
                    </a:lnL>
                    <a:lnR w="12700" cmpd="sng">
                      <a:noFill/>
                    </a:lnR>
                    <a:lnT w="19050" cap="flat" cmpd="sng" algn="ctr">
                      <a:solidFill>
                        <a:schemeClr val="tx1"/>
                      </a:solidFill>
                      <a:prstDash val="solid"/>
                    </a:lnT>
                    <a:lnB w="38100" cmpd="sng">
                      <a:noFill/>
                    </a:lnB>
                    <a:solidFill>
                      <a:schemeClr val="accent2"/>
                    </a:solidFill>
                  </a:tcPr>
                </a:tc>
                <a:extLst>
                  <a:ext uri="{0D108BD9-81ED-4DB2-BD59-A6C34878D82A}">
                    <a16:rowId xmlns:a16="http://schemas.microsoft.com/office/drawing/2014/main" val="3949055542"/>
                  </a:ext>
                </a:extLst>
              </a:tr>
              <a:tr h="886596">
                <a:tc>
                  <a:txBody>
                    <a:bodyPr/>
                    <a:lstStyle/>
                    <a:p>
                      <a:pPr marL="0" marR="0">
                        <a:lnSpc>
                          <a:spcPct val="150000"/>
                        </a:lnSpc>
                        <a:spcAft>
                          <a:spcPts val="800"/>
                        </a:spcAft>
                        <a:buNone/>
                      </a:pPr>
                      <a:r>
                        <a:rPr lang="en-US" sz="1500" cap="none" spc="0">
                          <a:solidFill>
                            <a:schemeClr val="tx1"/>
                          </a:solidFill>
                          <a:effectLst/>
                        </a:rPr>
                        <a:t>Organizer </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marL="0" marR="0">
                        <a:lnSpc>
                          <a:spcPct val="150000"/>
                        </a:lnSpc>
                        <a:spcAft>
                          <a:spcPts val="800"/>
                        </a:spcAft>
                        <a:buNone/>
                      </a:pPr>
                      <a:r>
                        <a:rPr lang="en-US" sz="1500" cap="none" spc="0">
                          <a:solidFill>
                            <a:schemeClr val="tx1"/>
                          </a:solidFill>
                          <a:effectLst/>
                        </a:rPr>
                        <a:t> G. Ferraz Azevedo</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74821" marT="99761" marB="99761">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marL="0" marR="0">
                        <a:lnSpc>
                          <a:spcPct val="150000"/>
                        </a:lnSpc>
                        <a:spcAft>
                          <a:spcPts val="800"/>
                        </a:spcAft>
                        <a:buNone/>
                      </a:pPr>
                      <a:r>
                        <a:rPr lang="en-US" sz="1500" cap="none" spc="0">
                          <a:solidFill>
                            <a:schemeClr val="tx1"/>
                          </a:solidFill>
                          <a:effectLst/>
                        </a:rPr>
                        <a:t>Oversees timeline, coordinate tasks, ensures milestones are met </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79833157"/>
                  </a:ext>
                </a:extLst>
              </a:tr>
              <a:tr h="886596">
                <a:tc>
                  <a:txBody>
                    <a:bodyPr/>
                    <a:lstStyle/>
                    <a:p>
                      <a:pPr marL="0" marR="0">
                        <a:lnSpc>
                          <a:spcPct val="150000"/>
                        </a:lnSpc>
                        <a:spcAft>
                          <a:spcPts val="800"/>
                        </a:spcAft>
                        <a:buNone/>
                      </a:pPr>
                      <a:r>
                        <a:rPr lang="en-US" sz="1500" cap="none" spc="0">
                          <a:solidFill>
                            <a:schemeClr val="tx1"/>
                          </a:solidFill>
                          <a:effectLst/>
                        </a:rPr>
                        <a:t>Designer</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accent1">
                        <a:lumMod val="20000"/>
                        <a:lumOff val="80000"/>
                      </a:schemeClr>
                    </a:solidFill>
                  </a:tcPr>
                </a:tc>
                <a:tc>
                  <a:txBody>
                    <a:bodyPr/>
                    <a:lstStyle/>
                    <a:p>
                      <a:pPr marL="0" marR="0">
                        <a:lnSpc>
                          <a:spcPct val="150000"/>
                        </a:lnSpc>
                        <a:spcAft>
                          <a:spcPts val="800"/>
                        </a:spcAft>
                        <a:buNone/>
                      </a:pPr>
                      <a:r>
                        <a:rPr lang="en-US" sz="1500" cap="none" spc="0">
                          <a:solidFill>
                            <a:schemeClr val="tx1"/>
                          </a:solidFill>
                          <a:effectLst/>
                        </a:rPr>
                        <a:t> K. Davis</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74821" marT="99761" marB="99761">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accent1">
                        <a:lumMod val="20000"/>
                        <a:lumOff val="80000"/>
                      </a:schemeClr>
                    </a:solidFill>
                  </a:tcPr>
                </a:tc>
                <a:tc>
                  <a:txBody>
                    <a:bodyPr/>
                    <a:lstStyle/>
                    <a:p>
                      <a:pPr marL="0" marR="0">
                        <a:lnSpc>
                          <a:spcPct val="150000"/>
                        </a:lnSpc>
                        <a:spcAft>
                          <a:spcPts val="800"/>
                        </a:spcAft>
                        <a:buNone/>
                      </a:pPr>
                      <a:r>
                        <a:rPr lang="en-US" sz="1500" cap="none" spc="0">
                          <a:solidFill>
                            <a:schemeClr val="tx1"/>
                          </a:solidFill>
                          <a:effectLst/>
                        </a:rPr>
                        <a:t>Designs user interface and chatbot interaction flow</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1830066354"/>
                  </a:ext>
                </a:extLst>
              </a:tr>
              <a:tr h="886596">
                <a:tc>
                  <a:txBody>
                    <a:bodyPr/>
                    <a:lstStyle/>
                    <a:p>
                      <a:pPr marL="0" marR="0">
                        <a:lnSpc>
                          <a:spcPct val="150000"/>
                        </a:lnSpc>
                        <a:spcAft>
                          <a:spcPts val="800"/>
                        </a:spcAft>
                        <a:buNone/>
                      </a:pPr>
                      <a:r>
                        <a:rPr lang="en-US" sz="1500" cap="none" spc="0">
                          <a:solidFill>
                            <a:schemeClr val="tx1"/>
                          </a:solidFill>
                          <a:effectLst/>
                        </a:rPr>
                        <a:t>Programmer</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marL="0" marR="0">
                        <a:lnSpc>
                          <a:spcPct val="150000"/>
                        </a:lnSpc>
                        <a:spcAft>
                          <a:spcPts val="800"/>
                        </a:spcAft>
                        <a:buNone/>
                      </a:pPr>
                      <a:r>
                        <a:rPr lang="en-US" sz="1500" cap="none" spc="0">
                          <a:solidFill>
                            <a:schemeClr val="tx1"/>
                          </a:solidFill>
                          <a:effectLst/>
                        </a:rPr>
                        <a:t> K. Shinabarger</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74821" marT="99761" marB="99761">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marL="0" marR="0">
                        <a:lnSpc>
                          <a:spcPct val="150000"/>
                        </a:lnSpc>
                        <a:spcAft>
                          <a:spcPts val="800"/>
                        </a:spcAft>
                        <a:buNone/>
                      </a:pPr>
                      <a:r>
                        <a:rPr lang="en-US" sz="1500" cap="none" spc="0">
                          <a:solidFill>
                            <a:schemeClr val="tx1"/>
                          </a:solidFill>
                          <a:effectLst/>
                        </a:rPr>
                        <a:t>Implements Chatbot logic by writing the code using JavaScript </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234553935"/>
                  </a:ext>
                </a:extLst>
              </a:tr>
              <a:tr h="886596">
                <a:tc>
                  <a:txBody>
                    <a:bodyPr/>
                    <a:lstStyle/>
                    <a:p>
                      <a:pPr marL="0" marR="0">
                        <a:lnSpc>
                          <a:spcPct val="150000"/>
                        </a:lnSpc>
                        <a:spcAft>
                          <a:spcPts val="800"/>
                        </a:spcAft>
                        <a:buNone/>
                      </a:pPr>
                      <a:r>
                        <a:rPr lang="en-US" sz="1500" cap="none" spc="0">
                          <a:solidFill>
                            <a:schemeClr val="tx1"/>
                          </a:solidFill>
                          <a:effectLst/>
                        </a:rPr>
                        <a:t>Tester</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accent1">
                        <a:lumMod val="20000"/>
                        <a:lumOff val="80000"/>
                      </a:schemeClr>
                    </a:solidFill>
                  </a:tcPr>
                </a:tc>
                <a:tc>
                  <a:txBody>
                    <a:bodyPr/>
                    <a:lstStyle/>
                    <a:p>
                      <a:pPr marL="0" marR="0">
                        <a:lnSpc>
                          <a:spcPct val="150000"/>
                        </a:lnSpc>
                        <a:spcAft>
                          <a:spcPts val="800"/>
                        </a:spcAft>
                        <a:buNone/>
                      </a:pPr>
                      <a:r>
                        <a:rPr lang="en-US" sz="1500" cap="none" spc="0" dirty="0">
                          <a:solidFill>
                            <a:schemeClr val="tx1"/>
                          </a:solidFill>
                          <a:effectLst/>
                        </a:rPr>
                        <a:t> Z. Thomas</a:t>
                      </a:r>
                      <a:endParaRPr lang="en-US" sz="1500" cap="none" spc="0" dirty="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74821" marT="99761" marB="99761">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accent1">
                        <a:lumMod val="20000"/>
                        <a:lumOff val="80000"/>
                      </a:schemeClr>
                    </a:solidFill>
                  </a:tcPr>
                </a:tc>
                <a:tc>
                  <a:txBody>
                    <a:bodyPr/>
                    <a:lstStyle/>
                    <a:p>
                      <a:pPr marL="0" marR="0">
                        <a:lnSpc>
                          <a:spcPct val="150000"/>
                        </a:lnSpc>
                        <a:spcAft>
                          <a:spcPts val="800"/>
                        </a:spcAft>
                        <a:buNone/>
                      </a:pPr>
                      <a:r>
                        <a:rPr lang="en-US" sz="1500" cap="none" spc="0">
                          <a:solidFill>
                            <a:schemeClr val="tx1"/>
                          </a:solidFill>
                          <a:effectLst/>
                        </a:rPr>
                        <a:t>Conducts validation tests and debugging. </a:t>
                      </a:r>
                      <a:endParaRPr lang="en-US" sz="1500" cap="none" spc="0">
                        <a:solidFill>
                          <a:schemeClr val="tx1"/>
                        </a:solidFill>
                        <a:effectLst/>
                        <a:latin typeface="Daytona" panose="020B0604030500040204" pitchFamily="34" charset="0"/>
                        <a:ea typeface="Daytona" panose="020B0604030500040204" pitchFamily="34" charset="0"/>
                        <a:cs typeface="Daytona" panose="020B0604030500040204" pitchFamily="34" charset="0"/>
                      </a:endParaRPr>
                    </a:p>
                  </a:txBody>
                  <a:tcPr marL="129688" marR="69277" marT="99761" marB="99761">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accent1">
                        <a:lumMod val="20000"/>
                        <a:lumOff val="80000"/>
                      </a:schemeClr>
                    </a:solidFill>
                  </a:tcPr>
                </a:tc>
                <a:extLst>
                  <a:ext uri="{0D108BD9-81ED-4DB2-BD59-A6C34878D82A}">
                    <a16:rowId xmlns:a16="http://schemas.microsoft.com/office/drawing/2014/main" val="3125779423"/>
                  </a:ext>
                </a:extLst>
              </a:tr>
            </a:tbl>
          </a:graphicData>
        </a:graphic>
      </p:graphicFrame>
    </p:spTree>
    <p:extLst>
      <p:ext uri="{BB962C8B-B14F-4D97-AF65-F5344CB8AC3E}">
        <p14:creationId xmlns:p14="http://schemas.microsoft.com/office/powerpoint/2010/main" val="4287643877"/>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7AD55-E8C7-FA18-ECA8-25BBB1FB7AB2}"/>
              </a:ext>
            </a:extLst>
          </p:cNvPr>
          <p:cNvSpPr>
            <a:spLocks noGrp="1"/>
          </p:cNvSpPr>
          <p:nvPr>
            <p:ph type="title"/>
          </p:nvPr>
        </p:nvSpPr>
        <p:spPr>
          <a:xfrm>
            <a:off x="630936" y="640080"/>
            <a:ext cx="4818888" cy="1481328"/>
          </a:xfrm>
        </p:spPr>
        <p:txBody>
          <a:bodyPr anchor="b">
            <a:normAutofit/>
          </a:bodyPr>
          <a:lstStyle/>
          <a:p>
            <a:r>
              <a:rPr lang="en-US" sz="5400" dirty="0"/>
              <a:t>Tools Used</a:t>
            </a:r>
          </a:p>
        </p:txBody>
      </p:sp>
      <p:sp>
        <p:nvSpPr>
          <p:cNvPr id="4" name="Rectangle 1">
            <a:extLst>
              <a:ext uri="{FF2B5EF4-FFF2-40B4-BE49-F238E27FC236}">
                <a16:creationId xmlns:a16="http://schemas.microsoft.com/office/drawing/2014/main" id="{8AD7322C-E164-23BA-FD82-C4EC8866FF3E}"/>
              </a:ext>
            </a:extLst>
          </p:cNvPr>
          <p:cNvSpPr>
            <a:spLocks noGrp="1" noChangeArrowheads="1"/>
          </p:cNvSpPr>
          <p:nvPr>
            <p:ph idx="1"/>
          </p:nvPr>
        </p:nvSpPr>
        <p:spPr bwMode="auto">
          <a:xfrm>
            <a:off x="630935" y="2660904"/>
            <a:ext cx="6091411" cy="40230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sz="24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400" b="0" i="0" u="none" strike="noStrike" cap="none" normalizeH="0" baseline="0" dirty="0">
                <a:ln>
                  <a:noFill/>
                </a:ln>
                <a:effectLst/>
                <a:latin typeface="Arial" panose="020B0604020202020204" pitchFamily="34" charset="0"/>
              </a:rPr>
              <a:t>GitHub </a:t>
            </a:r>
          </a:p>
          <a:p>
            <a:pPr marL="0" marR="0" lvl="0" indent="0" defTabSz="914400" rtl="0" eaLnBrk="0" fontAlgn="base" latinLnBrk="0" hangingPunct="0">
              <a:spcBef>
                <a:spcPct val="0"/>
              </a:spcBef>
              <a:spcAft>
                <a:spcPts val="600"/>
              </a:spcAft>
              <a:buClrTx/>
              <a:buSzTx/>
              <a:buFontTx/>
              <a:buChar char="•"/>
              <a:tabLst/>
            </a:pPr>
            <a:r>
              <a:rPr kumimoji="0" lang="en-US" altLang="en-US" sz="2400" b="0" i="0" u="none" strike="noStrike" cap="none" normalizeH="0" baseline="0" dirty="0">
                <a:ln>
                  <a:noFill/>
                </a:ln>
                <a:effectLst/>
                <a:latin typeface="Arial" panose="020B0604020202020204" pitchFamily="34" charset="0"/>
              </a:rPr>
              <a:t>VS Code </a:t>
            </a:r>
          </a:p>
          <a:p>
            <a:pPr marL="0" marR="0" lvl="0" indent="0" defTabSz="914400" rtl="0" eaLnBrk="0" fontAlgn="base" latinLnBrk="0" hangingPunct="0">
              <a:spcBef>
                <a:spcPct val="0"/>
              </a:spcBef>
              <a:spcAft>
                <a:spcPts val="600"/>
              </a:spcAft>
              <a:buClrTx/>
              <a:buSzTx/>
              <a:buFontTx/>
              <a:buChar char="•"/>
              <a:tabLst/>
            </a:pPr>
            <a:r>
              <a:rPr kumimoji="0" lang="en-US" altLang="en-US" sz="2400" b="0" i="0" u="none" strike="noStrike" cap="none" normalizeH="0" baseline="0" dirty="0">
                <a:ln>
                  <a:noFill/>
                </a:ln>
                <a:effectLst/>
                <a:latin typeface="Arial" panose="020B0604020202020204" pitchFamily="34" charset="0"/>
              </a:rPr>
              <a:t>JavaScript </a:t>
            </a:r>
          </a:p>
          <a:p>
            <a:pPr marL="0" marR="0" lvl="0" indent="0" defTabSz="914400" rtl="0" eaLnBrk="0" fontAlgn="base" latinLnBrk="0" hangingPunct="0">
              <a:spcBef>
                <a:spcPct val="0"/>
              </a:spcBef>
              <a:spcAft>
                <a:spcPts val="600"/>
              </a:spcAft>
              <a:buClrTx/>
              <a:buSzTx/>
              <a:buFontTx/>
              <a:buChar char="•"/>
              <a:tabLst/>
            </a:pPr>
            <a:r>
              <a:rPr kumimoji="0" lang="en-US" altLang="en-US" sz="2400" b="0" i="0" u="none" strike="noStrike" cap="none" normalizeH="0" baseline="0" dirty="0">
                <a:ln>
                  <a:noFill/>
                </a:ln>
                <a:effectLst/>
                <a:latin typeface="Arial" panose="020B0604020202020204" pitchFamily="34" charset="0"/>
              </a:rPr>
              <a:t>HTML / CSS </a:t>
            </a:r>
          </a:p>
          <a:p>
            <a:pPr marL="0" marR="0" lvl="0" indent="0" defTabSz="914400" rtl="0" eaLnBrk="0" fontAlgn="base" latinLnBrk="0" hangingPunct="0">
              <a:spcBef>
                <a:spcPct val="0"/>
              </a:spcBef>
              <a:spcAft>
                <a:spcPts val="600"/>
              </a:spcAft>
              <a:buClrTx/>
              <a:buSzTx/>
              <a:buFontTx/>
              <a:buChar char="•"/>
              <a:tabLst/>
            </a:pPr>
            <a:r>
              <a:rPr kumimoji="0" lang="en-US" altLang="en-US" sz="2400" b="0" i="0" u="none" strike="noStrike" cap="none" normalizeH="0" baseline="0" dirty="0">
                <a:ln>
                  <a:noFill/>
                </a:ln>
                <a:effectLst/>
                <a:latin typeface="Arial" panose="020B0604020202020204" pitchFamily="34" charset="0"/>
              </a:rPr>
              <a:t>Node.js </a:t>
            </a:r>
          </a:p>
        </p:txBody>
      </p:sp>
      <p:pic>
        <p:nvPicPr>
          <p:cNvPr id="8" name="Graphic 7" descr="Developer Tools">
            <a:extLst>
              <a:ext uri="{FF2B5EF4-FFF2-40B4-BE49-F238E27FC236}">
                <a16:creationId xmlns:a16="http://schemas.microsoft.com/office/drawing/2014/main" id="{471B7EC1-7290-2D11-E519-3E2FEBA78D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82230" y="1181786"/>
            <a:ext cx="5458968" cy="5458968"/>
          </a:xfrm>
          <a:prstGeom prst="rect">
            <a:avLst/>
          </a:prstGeom>
        </p:spPr>
      </p:pic>
    </p:spTree>
    <p:extLst>
      <p:ext uri="{BB962C8B-B14F-4D97-AF65-F5344CB8AC3E}">
        <p14:creationId xmlns:p14="http://schemas.microsoft.com/office/powerpoint/2010/main" val="3210317791"/>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6F37A-5653-D34A-8694-18F8E4AB5135}"/>
              </a:ext>
            </a:extLst>
          </p:cNvPr>
          <p:cNvSpPr>
            <a:spLocks noGrp="1"/>
          </p:cNvSpPr>
          <p:nvPr>
            <p:ph type="title"/>
          </p:nvPr>
        </p:nvSpPr>
        <p:spPr>
          <a:xfrm>
            <a:off x="630936" y="640080"/>
            <a:ext cx="4818888" cy="1481328"/>
          </a:xfrm>
        </p:spPr>
        <p:txBody>
          <a:bodyPr anchor="b">
            <a:normAutofit fontScale="90000"/>
          </a:bodyPr>
          <a:lstStyle/>
          <a:p>
            <a:r>
              <a:rPr lang="en-US" sz="5400"/>
              <a:t>Implementation</a:t>
            </a:r>
          </a:p>
        </p:txBody>
      </p:sp>
      <p:sp>
        <p:nvSpPr>
          <p:cNvPr id="3" name="Content Placeholder 2">
            <a:extLst>
              <a:ext uri="{FF2B5EF4-FFF2-40B4-BE49-F238E27FC236}">
                <a16:creationId xmlns:a16="http://schemas.microsoft.com/office/drawing/2014/main" id="{F13B5281-9BA1-E4DD-C647-408BAB79570A}"/>
              </a:ext>
            </a:extLst>
          </p:cNvPr>
          <p:cNvSpPr>
            <a:spLocks noGrp="1"/>
          </p:cNvSpPr>
          <p:nvPr>
            <p:ph idx="1"/>
          </p:nvPr>
        </p:nvSpPr>
        <p:spPr>
          <a:xfrm>
            <a:off x="630936" y="2660904"/>
            <a:ext cx="4818888" cy="3547872"/>
          </a:xfrm>
        </p:spPr>
        <p:txBody>
          <a:bodyPr anchor="t">
            <a:normAutofit fontScale="92500" lnSpcReduction="10000"/>
          </a:bodyPr>
          <a:lstStyle/>
          <a:p>
            <a:pPr marL="0" indent="0">
              <a:buNone/>
            </a:pPr>
            <a:r>
              <a:rPr lang="en-US" sz="2000" b="1" dirty="0"/>
              <a:t>Approach Used: Phased Implementation</a:t>
            </a:r>
            <a:endParaRPr lang="en-US" sz="2000" dirty="0"/>
          </a:p>
          <a:p>
            <a:r>
              <a:rPr lang="en-US" sz="2000" dirty="0"/>
              <a:t>Improved the chatbot step by step </a:t>
            </a:r>
          </a:p>
          <a:p>
            <a:r>
              <a:rPr lang="en-US" sz="2000" dirty="0"/>
              <a:t>Reduced risk of breaking the system </a:t>
            </a:r>
          </a:p>
          <a:p>
            <a:r>
              <a:rPr lang="en-US" sz="2000" dirty="0"/>
              <a:t>Allowed continuous updates and testing </a:t>
            </a:r>
          </a:p>
          <a:p>
            <a:pPr marL="0" indent="0">
              <a:buNone/>
            </a:pPr>
            <a:r>
              <a:rPr lang="en-US" sz="2000" b="1" dirty="0"/>
              <a:t>Why this approach?</a:t>
            </a:r>
            <a:endParaRPr lang="en-US" sz="2000" dirty="0"/>
          </a:p>
          <a:p>
            <a:r>
              <a:rPr lang="en-US" sz="2000" dirty="0"/>
              <a:t>The chatbot already existed </a:t>
            </a:r>
          </a:p>
          <a:p>
            <a:r>
              <a:rPr lang="en-US" sz="2000" dirty="0"/>
              <a:t>Safer than replacing everything at once </a:t>
            </a:r>
          </a:p>
          <a:p>
            <a:r>
              <a:rPr lang="en-US" sz="2000" dirty="0"/>
              <a:t>Easier to fix issues gradually</a:t>
            </a:r>
          </a:p>
          <a:p>
            <a:endParaRPr lang="en-US" sz="2000" dirty="0"/>
          </a:p>
        </p:txBody>
      </p:sp>
      <p:pic>
        <p:nvPicPr>
          <p:cNvPr id="7" name="Graphic 6" descr="Gears">
            <a:extLst>
              <a:ext uri="{FF2B5EF4-FFF2-40B4-BE49-F238E27FC236}">
                <a16:creationId xmlns:a16="http://schemas.microsoft.com/office/drawing/2014/main" id="{0611B041-F8BD-D746-FBA1-71CFD8ED03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9048" y="699516"/>
            <a:ext cx="5458968" cy="5458968"/>
          </a:xfrm>
          <a:prstGeom prst="rect">
            <a:avLst/>
          </a:prstGeom>
        </p:spPr>
      </p:pic>
    </p:spTree>
    <p:extLst>
      <p:ext uri="{BB962C8B-B14F-4D97-AF65-F5344CB8AC3E}">
        <p14:creationId xmlns:p14="http://schemas.microsoft.com/office/powerpoint/2010/main" val="3395375332"/>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descr="Potential challenges Images - Free Download on Freepik">
            <a:extLst>
              <a:ext uri="{FF2B5EF4-FFF2-40B4-BE49-F238E27FC236}">
                <a16:creationId xmlns:a16="http://schemas.microsoft.com/office/drawing/2014/main" id="{BD7B4544-93FF-EC7A-7AC5-82F44B5BFE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904" r="-2" b="6527"/>
          <a:stretch>
            <a:fillRect/>
          </a:stretch>
        </p:blipFill>
        <p:spPr bwMode="auto">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2B7CC48-3DC0-17E9-B031-5301775D2F4A}"/>
              </a:ext>
            </a:extLst>
          </p:cNvPr>
          <p:cNvSpPr>
            <a:spLocks noGrp="1"/>
          </p:cNvSpPr>
          <p:nvPr>
            <p:ph type="title"/>
          </p:nvPr>
        </p:nvSpPr>
        <p:spPr>
          <a:xfrm>
            <a:off x="677333" y="609600"/>
            <a:ext cx="3851123" cy="1320800"/>
          </a:xfrm>
        </p:spPr>
        <p:txBody>
          <a:bodyPr>
            <a:normAutofit/>
          </a:bodyPr>
          <a:lstStyle/>
          <a:p>
            <a:r>
              <a:rPr lang="en-US"/>
              <a:t>Challenges</a:t>
            </a:r>
          </a:p>
        </p:txBody>
      </p:sp>
      <p:sp>
        <p:nvSpPr>
          <p:cNvPr id="4" name="Content Placeholder 3">
            <a:extLst>
              <a:ext uri="{FF2B5EF4-FFF2-40B4-BE49-F238E27FC236}">
                <a16:creationId xmlns:a16="http://schemas.microsoft.com/office/drawing/2014/main" id="{E4A20A6B-4264-3DB6-E5D6-BA055BD3E992}"/>
              </a:ext>
            </a:extLst>
          </p:cNvPr>
          <p:cNvSpPr>
            <a:spLocks noGrp="1" noChangeArrowheads="1"/>
          </p:cNvSpPr>
          <p:nvPr>
            <p:ph idx="1"/>
          </p:nvPr>
        </p:nvSpPr>
        <p:spPr bwMode="auto">
          <a:xfrm>
            <a:off x="677334" y="2160589"/>
            <a:ext cx="3851122" cy="3880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Learning and understanding existing code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Outdated dependencies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Limited time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Team coordination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Some features incomplete </a:t>
            </a:r>
          </a:p>
        </p:txBody>
      </p:sp>
      <p:cxnSp>
        <p:nvCxnSpPr>
          <p:cNvPr id="7172" name="Straight Connector 7171">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7173" name="Straight Connector 717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7179"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1"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3"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85"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74"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76"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91"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83605284"/>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6" name="Picture 4" descr="Process Improvement Vector Art, Icons, and Graphics for Free Download">
            <a:extLst>
              <a:ext uri="{FF2B5EF4-FFF2-40B4-BE49-F238E27FC236}">
                <a16:creationId xmlns:a16="http://schemas.microsoft.com/office/drawing/2014/main" id="{166AF367-3080-438E-9531-B1DFD52066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294" r="8597" b="-2"/>
          <a:stretch>
            <a:fillRect/>
          </a:stretch>
        </p:blipFill>
        <p:spPr bwMode="auto">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AA09A6A-8FB0-9558-6B70-2F4332C2F674}"/>
              </a:ext>
            </a:extLst>
          </p:cNvPr>
          <p:cNvSpPr>
            <a:spLocks noGrp="1"/>
          </p:cNvSpPr>
          <p:nvPr>
            <p:ph type="title"/>
          </p:nvPr>
        </p:nvSpPr>
        <p:spPr>
          <a:xfrm>
            <a:off x="677333" y="609600"/>
            <a:ext cx="3851123" cy="1320800"/>
          </a:xfrm>
        </p:spPr>
        <p:txBody>
          <a:bodyPr>
            <a:normAutofit/>
          </a:bodyPr>
          <a:lstStyle/>
          <a:p>
            <a:r>
              <a:rPr lang="en-US" sz="3300"/>
              <a:t>Key Improvements Implemented</a:t>
            </a:r>
          </a:p>
        </p:txBody>
      </p:sp>
      <p:sp>
        <p:nvSpPr>
          <p:cNvPr id="4" name="Rectangle 5">
            <a:extLst>
              <a:ext uri="{FF2B5EF4-FFF2-40B4-BE49-F238E27FC236}">
                <a16:creationId xmlns:a16="http://schemas.microsoft.com/office/drawing/2014/main" id="{3E053DAC-86EA-D002-690B-295EEAD20DF8}"/>
              </a:ext>
            </a:extLst>
          </p:cNvPr>
          <p:cNvSpPr>
            <a:spLocks noGrp="1" noChangeArrowheads="1"/>
          </p:cNvSpPr>
          <p:nvPr>
            <p:ph idx="1"/>
          </p:nvPr>
        </p:nvSpPr>
        <p:spPr bwMode="auto">
          <a:xfrm>
            <a:off x="677334" y="2160589"/>
            <a:ext cx="3851122" cy="3880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Updated outdated dependencies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Improved user interface and accessibility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Added course catalog search feature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Improved handling of unknown questions </a:t>
            </a:r>
          </a:p>
          <a:p>
            <a:pPr marL="0" marR="0" lvl="0" indent="0" defTabSz="914400" rtl="0" eaLnBrk="0" fontAlgn="base" latinLnBrk="0" hangingPunct="0">
              <a:spcBef>
                <a:spcPct val="0"/>
              </a:spcBef>
              <a:spcAft>
                <a:spcPts val="600"/>
              </a:spcAft>
              <a:buClrTx/>
              <a:buSzTx/>
              <a:buFontTx/>
              <a:buChar char="•"/>
              <a:tabLst/>
            </a:pPr>
            <a:r>
              <a:rPr kumimoji="0" lang="en-US" altLang="en-US" b="0" i="0" u="none" strike="noStrike" cap="none" normalizeH="0" baseline="0">
                <a:ln>
                  <a:noFill/>
                </a:ln>
                <a:effectLst/>
                <a:latin typeface="Arial" panose="020B0604020202020204" pitchFamily="34" charset="0"/>
              </a:rPr>
              <a:t>Added help feature and academic resources </a:t>
            </a:r>
          </a:p>
        </p:txBody>
      </p:sp>
      <p:cxnSp>
        <p:nvCxnSpPr>
          <p:cNvPr id="8198" name="Straight Connector 8197">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8200" name="Straight Connector 8199">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820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2"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6"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1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1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1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0957927"/>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F85CA-3BB3-4DA8-C96A-E559170A8DE7}"/>
              </a:ext>
            </a:extLst>
          </p:cNvPr>
          <p:cNvSpPr>
            <a:spLocks noGrp="1"/>
          </p:cNvSpPr>
          <p:nvPr>
            <p:ph type="title"/>
          </p:nvPr>
        </p:nvSpPr>
        <p:spPr>
          <a:xfrm>
            <a:off x="676746" y="609600"/>
            <a:ext cx="3729076" cy="1320800"/>
          </a:xfrm>
        </p:spPr>
        <p:txBody>
          <a:bodyPr anchor="ctr">
            <a:normAutofit/>
          </a:bodyPr>
          <a:lstStyle/>
          <a:p>
            <a:r>
              <a:rPr lang="en-US"/>
              <a:t>What worked well</a:t>
            </a:r>
          </a:p>
        </p:txBody>
      </p:sp>
      <p:sp>
        <p:nvSpPr>
          <p:cNvPr id="3" name="Content Placeholder 2">
            <a:extLst>
              <a:ext uri="{FF2B5EF4-FFF2-40B4-BE49-F238E27FC236}">
                <a16:creationId xmlns:a16="http://schemas.microsoft.com/office/drawing/2014/main" id="{A74E915A-55D4-7581-B9E9-209C1B1A6B37}"/>
              </a:ext>
            </a:extLst>
          </p:cNvPr>
          <p:cNvSpPr>
            <a:spLocks noGrp="1"/>
          </p:cNvSpPr>
          <p:nvPr>
            <p:ph idx="1"/>
          </p:nvPr>
        </p:nvSpPr>
        <p:spPr>
          <a:xfrm>
            <a:off x="685167" y="2160589"/>
            <a:ext cx="3720916" cy="3560733"/>
          </a:xfrm>
        </p:spPr>
        <p:txBody>
          <a:bodyPr>
            <a:normAutofit/>
          </a:bodyPr>
          <a:lstStyle/>
          <a:p>
            <a:r>
              <a:rPr lang="en-US"/>
              <a:t>Improved Chatbot responses </a:t>
            </a:r>
          </a:p>
          <a:p>
            <a:r>
              <a:rPr lang="en-US"/>
              <a:t>Better User Interface </a:t>
            </a:r>
          </a:p>
          <a:p>
            <a:r>
              <a:rPr lang="en-US"/>
              <a:t>Added helpful links </a:t>
            </a:r>
          </a:p>
        </p:txBody>
      </p:sp>
      <p:pic>
        <p:nvPicPr>
          <p:cNvPr id="7" name="Graphic 6" descr="Thumbs Up Sign">
            <a:extLst>
              <a:ext uri="{FF2B5EF4-FFF2-40B4-BE49-F238E27FC236}">
                <a16:creationId xmlns:a16="http://schemas.microsoft.com/office/drawing/2014/main" id="{C66A51BC-39EF-0D9F-9635-29313E4601F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54035" y="875360"/>
            <a:ext cx="4602747" cy="4602747"/>
          </a:xfrm>
          <a:prstGeom prst="rect">
            <a:avLst/>
          </a:prstGeom>
        </p:spPr>
      </p:pic>
    </p:spTree>
    <p:extLst>
      <p:ext uri="{BB962C8B-B14F-4D97-AF65-F5344CB8AC3E}">
        <p14:creationId xmlns:p14="http://schemas.microsoft.com/office/powerpoint/2010/main" val="3981653646"/>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8" name="Picture 4" descr="Looking at plans Stock Vector Images - Alamy">
            <a:extLst>
              <a:ext uri="{FF2B5EF4-FFF2-40B4-BE49-F238E27FC236}">
                <a16:creationId xmlns:a16="http://schemas.microsoft.com/office/drawing/2014/main" id="{2C45D2C7-A14D-DB0A-6BDE-59CD6214CC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4318" r="1" b="24914"/>
          <a:stretch>
            <a:fillRect/>
          </a:stretch>
        </p:blipFill>
        <p:spPr bwMode="auto">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7F380D7-AC3C-184B-D4C8-8B8ECB519737}"/>
              </a:ext>
            </a:extLst>
          </p:cNvPr>
          <p:cNvSpPr>
            <a:spLocks noGrp="1"/>
          </p:cNvSpPr>
          <p:nvPr>
            <p:ph type="title"/>
          </p:nvPr>
        </p:nvSpPr>
        <p:spPr>
          <a:xfrm>
            <a:off x="677333" y="609600"/>
            <a:ext cx="3851123" cy="1320800"/>
          </a:xfrm>
        </p:spPr>
        <p:txBody>
          <a:bodyPr>
            <a:normAutofit/>
          </a:bodyPr>
          <a:lstStyle/>
          <a:p>
            <a:r>
              <a:rPr lang="en-US"/>
              <a:t>Future Improvements</a:t>
            </a:r>
          </a:p>
        </p:txBody>
      </p:sp>
      <p:sp>
        <p:nvSpPr>
          <p:cNvPr id="3" name="Content Placeholder 2">
            <a:extLst>
              <a:ext uri="{FF2B5EF4-FFF2-40B4-BE49-F238E27FC236}">
                <a16:creationId xmlns:a16="http://schemas.microsoft.com/office/drawing/2014/main" id="{E807D3BF-CBA8-0EC3-3339-7D876B34BBF9}"/>
              </a:ext>
            </a:extLst>
          </p:cNvPr>
          <p:cNvSpPr>
            <a:spLocks noGrp="1"/>
          </p:cNvSpPr>
          <p:nvPr>
            <p:ph idx="1"/>
          </p:nvPr>
        </p:nvSpPr>
        <p:spPr>
          <a:xfrm>
            <a:off x="677334" y="2160589"/>
            <a:ext cx="3851122" cy="3880773"/>
          </a:xfrm>
        </p:spPr>
        <p:txBody>
          <a:bodyPr>
            <a:normAutofit/>
          </a:bodyPr>
          <a:lstStyle/>
          <a:p>
            <a:r>
              <a:rPr lang="en-US"/>
              <a:t>Smarter Chatbot responses </a:t>
            </a:r>
          </a:p>
          <a:p>
            <a:r>
              <a:rPr lang="en-US"/>
              <a:t>More features</a:t>
            </a:r>
          </a:p>
          <a:p>
            <a:r>
              <a:rPr lang="en-US"/>
              <a:t>Better Accuracy </a:t>
            </a:r>
          </a:p>
        </p:txBody>
      </p:sp>
      <p:cxnSp>
        <p:nvCxnSpPr>
          <p:cNvPr id="6150" name="Straight Connector 614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151" name="Straight Connector 615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157"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59"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61"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63"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65"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67"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69"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761248280"/>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80B86A7-A1EC-475B-9166-88902B033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42BC09-92FC-16FC-7C9C-C4744A409E24}"/>
              </a:ext>
            </a:extLst>
          </p:cNvPr>
          <p:cNvSpPr>
            <a:spLocks noGrp="1"/>
          </p:cNvSpPr>
          <p:nvPr>
            <p:ph type="title"/>
          </p:nvPr>
        </p:nvSpPr>
        <p:spPr>
          <a:xfrm>
            <a:off x="1333502" y="609600"/>
            <a:ext cx="8596668" cy="1320800"/>
          </a:xfrm>
        </p:spPr>
        <p:txBody>
          <a:bodyPr>
            <a:normAutofit/>
          </a:bodyPr>
          <a:lstStyle/>
          <a:p>
            <a:r>
              <a:rPr lang="en-US" dirty="0"/>
              <a:t>				          </a:t>
            </a:r>
            <a:r>
              <a:rPr lang="en-US" b="1" dirty="0">
                <a:latin typeface="Trebuchet MS (Headings)"/>
              </a:rPr>
              <a:t>Conclusion</a:t>
            </a:r>
            <a:endParaRPr lang="en-US" b="1" dirty="0"/>
          </a:p>
        </p:txBody>
      </p:sp>
      <p:sp>
        <p:nvSpPr>
          <p:cNvPr id="10" name="Isosceles Triangle 9">
            <a:extLst>
              <a:ext uri="{FF2B5EF4-FFF2-40B4-BE49-F238E27FC236}">
                <a16:creationId xmlns:a16="http://schemas.microsoft.com/office/drawing/2014/main" id="{C2C29CB1-9F74-4879-A6AF-AEA67B6F1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Isosceles Triangle 11">
            <a:extLst>
              <a:ext uri="{FF2B5EF4-FFF2-40B4-BE49-F238E27FC236}">
                <a16:creationId xmlns:a16="http://schemas.microsoft.com/office/drawing/2014/main" id="{7E2C7115-5336-410C-AD71-0F0952A2E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Content Placeholder 10">
            <a:extLst>
              <a:ext uri="{FF2B5EF4-FFF2-40B4-BE49-F238E27FC236}">
                <a16:creationId xmlns:a16="http://schemas.microsoft.com/office/drawing/2014/main" id="{F7948C9C-4371-A680-3111-2FB60F4708A9}"/>
              </a:ext>
            </a:extLst>
          </p:cNvPr>
          <p:cNvPicPr>
            <a:picLocks noGrp="1" noChangeAspect="1"/>
          </p:cNvPicPr>
          <p:nvPr>
            <p:ph idx="1"/>
          </p:nvPr>
        </p:nvPicPr>
        <p:blipFill>
          <a:blip r:embed="rId3"/>
          <a:stretch>
            <a:fillRect/>
          </a:stretch>
        </p:blipFill>
        <p:spPr>
          <a:xfrm>
            <a:off x="1705063" y="1529133"/>
            <a:ext cx="8597900" cy="802533"/>
          </a:xfrm>
          <a:prstGeom prst="rect">
            <a:avLst/>
          </a:prstGeom>
        </p:spPr>
      </p:pic>
      <p:pic>
        <p:nvPicPr>
          <p:cNvPr id="7" name="Picture 6">
            <a:extLst>
              <a:ext uri="{FF2B5EF4-FFF2-40B4-BE49-F238E27FC236}">
                <a16:creationId xmlns:a16="http://schemas.microsoft.com/office/drawing/2014/main" id="{DA19671D-DD4D-57AE-F7F9-9BABEB8C8A62}"/>
              </a:ext>
            </a:extLst>
          </p:cNvPr>
          <p:cNvPicPr>
            <a:picLocks noChangeAspect="1"/>
          </p:cNvPicPr>
          <p:nvPr/>
        </p:nvPicPr>
        <p:blipFill>
          <a:blip r:embed="rId4"/>
          <a:stretch>
            <a:fillRect/>
          </a:stretch>
        </p:blipFill>
        <p:spPr>
          <a:xfrm>
            <a:off x="2424993" y="3860799"/>
            <a:ext cx="1095528" cy="905001"/>
          </a:xfrm>
          <a:prstGeom prst="rect">
            <a:avLst/>
          </a:prstGeom>
        </p:spPr>
      </p:pic>
      <p:sp>
        <p:nvSpPr>
          <p:cNvPr id="9" name="Rectangle 8">
            <a:extLst>
              <a:ext uri="{FF2B5EF4-FFF2-40B4-BE49-F238E27FC236}">
                <a16:creationId xmlns:a16="http://schemas.microsoft.com/office/drawing/2014/main" id="{2E53ED86-CCD1-E20A-BB57-A6915F11478E}"/>
              </a:ext>
            </a:extLst>
          </p:cNvPr>
          <p:cNvSpPr/>
          <p:nvPr/>
        </p:nvSpPr>
        <p:spPr>
          <a:xfrm>
            <a:off x="3557117" y="3429000"/>
            <a:ext cx="5508226" cy="1899867"/>
          </a:xfrm>
          <a:prstGeom prst="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Hi, I’m Ivy! </a:t>
            </a:r>
          </a:p>
          <a:p>
            <a:pPr algn="ctr"/>
            <a:endParaRPr lang="en-US" dirty="0"/>
          </a:p>
          <a:p>
            <a:pPr algn="ctr"/>
            <a:r>
              <a:rPr lang="en-US" dirty="0"/>
              <a:t>I’ve been improved to better assist students.</a:t>
            </a:r>
            <a:br>
              <a:rPr lang="en-US" dirty="0"/>
            </a:br>
            <a:r>
              <a:rPr lang="en-US" dirty="0"/>
              <a:t>I will help you find information quickly and easily.</a:t>
            </a:r>
            <a:br>
              <a:rPr lang="en-US" dirty="0"/>
            </a:br>
            <a:r>
              <a:rPr lang="en-US" dirty="0"/>
              <a:t>And I will continue to improve in the future!</a:t>
            </a:r>
          </a:p>
        </p:txBody>
      </p:sp>
    </p:spTree>
    <p:extLst>
      <p:ext uri="{BB962C8B-B14F-4D97-AF65-F5344CB8AC3E}">
        <p14:creationId xmlns:p14="http://schemas.microsoft.com/office/powerpoint/2010/main" val="318281919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163</TotalTime>
  <Words>363</Words>
  <Application>Microsoft Office PowerPoint</Application>
  <PresentationFormat>Widescreen</PresentationFormat>
  <Paragraphs>101</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Aptos SemiBold</vt:lpstr>
      <vt:lpstr>Arial</vt:lpstr>
      <vt:lpstr>Daytona</vt:lpstr>
      <vt:lpstr>Trebuchet MS</vt:lpstr>
      <vt:lpstr>Trebuchet MS (Headings)</vt:lpstr>
      <vt:lpstr>Wingdings 3</vt:lpstr>
      <vt:lpstr>Facet</vt:lpstr>
      <vt:lpstr>Chatbot Project </vt:lpstr>
      <vt:lpstr>What Is a Chatbot?</vt:lpstr>
      <vt:lpstr>Why This Project?</vt:lpstr>
      <vt:lpstr>Project Goal</vt:lpstr>
      <vt:lpstr>How It Works</vt:lpstr>
      <vt:lpstr>Example</vt:lpstr>
      <vt:lpstr>System Design</vt:lpstr>
      <vt:lpstr>Team Roles </vt:lpstr>
      <vt:lpstr>Tools Used</vt:lpstr>
      <vt:lpstr>Implementation</vt:lpstr>
      <vt:lpstr>Challenges</vt:lpstr>
      <vt:lpstr>Key Improvements Implemented</vt:lpstr>
      <vt:lpstr>What worked well</vt:lpstr>
      <vt:lpstr>Future Improvements</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Gislaine Paula Ferraz Azevedo</dc:creator>
  <cp:lastModifiedBy>Gislaine Paula Ferraz Azevedo</cp:lastModifiedBy>
  <cp:revision>1</cp:revision>
  <dcterms:created xsi:type="dcterms:W3CDTF">2026-04-28T01:06:35Z</dcterms:created>
  <dcterms:modified xsi:type="dcterms:W3CDTF">2026-05-02T19:44:43Z</dcterms:modified>
</cp:coreProperties>
</file>